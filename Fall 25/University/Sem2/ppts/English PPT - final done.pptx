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7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51BB770-C0A4-47F2-9C33-54E506D273F1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Num" idx="34"/>
          </p:nvPr>
        </p:nvSpPr>
        <p:spPr>
          <a:xfrm>
            <a:off x="4278960" y="10157400"/>
            <a:ext cx="3276720" cy="53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84F232-62F4-4D2E-AB32-B66A3AFF6442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0800" cy="400464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3680" cy="480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Num" idx="35"/>
          </p:nvPr>
        </p:nvSpPr>
        <p:spPr>
          <a:xfrm>
            <a:off x="4278960" y="10157400"/>
            <a:ext cx="3276720" cy="53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37D713-5FC2-412F-9EE2-99C0D2032287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0800" cy="400464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3680" cy="480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76720" cy="53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E92AC8-2912-4A31-8849-A6726E6069C8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0800" cy="400464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3680" cy="480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Why blockchain – bcz it is the next OS of internet and almost every technology and industry- it will be the backbone of every industry soon and companies are waiting for you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Num" idx="37"/>
          </p:nvPr>
        </p:nvSpPr>
        <p:spPr>
          <a:xfrm>
            <a:off x="4278960" y="10157400"/>
            <a:ext cx="3276720" cy="53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F60978-1812-4E32-97B1-95C9D095601A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0800" cy="400464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3680" cy="480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Each one have multiple roles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Num" idx="38"/>
          </p:nvPr>
        </p:nvSpPr>
        <p:spPr>
          <a:xfrm>
            <a:off x="4278960" y="10157400"/>
            <a:ext cx="3276720" cy="53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AE3C53-11C0-4783-AD5E-8737F96A55D2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0800" cy="400464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3680" cy="480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76720" cy="53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067B6F-2250-4512-8FC7-59511F8FA9E1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0800" cy="400464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3680" cy="480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Each skill is not for everyone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Companies structures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I. policy, governance, managing, data privacy, country policy etc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Num" idx="40"/>
          </p:nvPr>
        </p:nvSpPr>
        <p:spPr>
          <a:xfrm>
            <a:off x="4278960" y="10157400"/>
            <a:ext cx="3276720" cy="53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C84F98-E3FE-41FE-9427-8C36A790A7A4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0800" cy="400464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3680" cy="480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Blockchain is the future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Num" idx="41"/>
          </p:nvPr>
        </p:nvSpPr>
        <p:spPr>
          <a:xfrm>
            <a:off x="4278960" y="10157400"/>
            <a:ext cx="3276720" cy="53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F8C20B-9806-4893-B8A1-F8594036EC54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0800" cy="400464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3680" cy="480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Ask for only 2 questions...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Num" idx="42"/>
          </p:nvPr>
        </p:nvSpPr>
        <p:spPr>
          <a:xfrm>
            <a:off x="4278960" y="10157400"/>
            <a:ext cx="3276720" cy="53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98522D-4350-4505-B6E8-FFA0606164D1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0800" cy="400464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3680" cy="480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F7F286-BF54-437E-AE00-346BBB953E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DB13122-C209-438E-A841-218A1859A8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299B633-2030-41E1-A2A4-B8243689E7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F9E6279-2CB4-44C3-99E8-EE5B199F82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EBFDE9A-1448-40AF-8918-8421F9881C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87E48DA-956C-4789-8457-2D57A6259A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4D95E88-4290-4274-92FC-65FC0F91DE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C1F7E54-53E0-45C4-8942-C4FA8F81CD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11785B3-8A04-440B-9F22-D87B970136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7D04E23B-9F80-40EC-9752-0154B94482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0790299-5C33-4D02-9F5E-20A16878B7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104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890D9D-5BFA-4A2A-B987-EA0B1056DE64}" type="slidenum">
              <a: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104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D813A1-B68D-45AA-9EF9-4EBCF7B2AD08}" type="slidenum">
              <a: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104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B1764D-DC1E-4573-83A7-78C5FA9660AE}" type="slidenum">
              <a: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104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85EF01-9788-4F30-9626-BFF8BE94113C}" type="slidenum">
              <a: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3"/>
          </p:nvPr>
        </p:nvSpPr>
        <p:spPr>
          <a:xfrm>
            <a:off x="3447360" y="5165280"/>
            <a:ext cx="319104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4"/>
          </p:nvPr>
        </p:nvSpPr>
        <p:spPr>
          <a:xfrm>
            <a:off x="722736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6E0C2D-B0EE-4A14-90A5-8E1604B6658B}" type="slidenum">
              <a: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5"/>
          </p:nvPr>
        </p:nvSpPr>
        <p:spPr>
          <a:xfrm>
            <a:off x="50400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6"/>
          </p:nvPr>
        </p:nvSpPr>
        <p:spPr>
          <a:xfrm>
            <a:off x="3447360" y="5165280"/>
            <a:ext cx="319104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17"/>
          </p:nvPr>
        </p:nvSpPr>
        <p:spPr>
          <a:xfrm>
            <a:off x="722736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EB72CD-D403-45CB-9A0E-36A82837F465}" type="slidenum">
              <a: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8"/>
          </p:nvPr>
        </p:nvSpPr>
        <p:spPr>
          <a:xfrm>
            <a:off x="50400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19"/>
          </p:nvPr>
        </p:nvSpPr>
        <p:spPr>
          <a:xfrm>
            <a:off x="3447360" y="5165280"/>
            <a:ext cx="319104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20"/>
          </p:nvPr>
        </p:nvSpPr>
        <p:spPr>
          <a:xfrm>
            <a:off x="722736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2105A7-6C62-42C8-AD1A-4A50AE67F646}" type="slidenum">
              <a: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21"/>
          </p:nvPr>
        </p:nvSpPr>
        <p:spPr>
          <a:xfrm>
            <a:off x="50400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2"/>
          </p:nvPr>
        </p:nvSpPr>
        <p:spPr>
          <a:xfrm>
            <a:off x="3447360" y="5165280"/>
            <a:ext cx="319104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3"/>
          </p:nvPr>
        </p:nvSpPr>
        <p:spPr>
          <a:xfrm>
            <a:off x="722736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DFCBFA-D6E4-43F7-B377-2361BBE0C7CD}" type="slidenum">
              <a: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4"/>
          </p:nvPr>
        </p:nvSpPr>
        <p:spPr>
          <a:xfrm>
            <a:off x="50400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ftr" idx="25"/>
          </p:nvPr>
        </p:nvSpPr>
        <p:spPr>
          <a:xfrm>
            <a:off x="3447360" y="5165280"/>
            <a:ext cx="319104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26"/>
          </p:nvPr>
        </p:nvSpPr>
        <p:spPr>
          <a:xfrm>
            <a:off x="722736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6A3459-C91D-4F29-B58E-32DAD9283ECA}" type="slidenum">
              <a: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27"/>
          </p:nvPr>
        </p:nvSpPr>
        <p:spPr>
          <a:xfrm>
            <a:off x="50400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</a:t>
            </a: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</a:t>
            </a: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ftr" idx="28"/>
          </p:nvPr>
        </p:nvSpPr>
        <p:spPr>
          <a:xfrm>
            <a:off x="3447360" y="5165280"/>
            <a:ext cx="319104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29"/>
          </p:nvPr>
        </p:nvSpPr>
        <p:spPr>
          <a:xfrm>
            <a:off x="722736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E9E45F-B5ED-4152-BED9-84017D97E5D6}" type="slidenum">
              <a:rPr b="0" lang="en-US" sz="1400" strike="noStrike" u="none">
                <a:solidFill>
                  <a:schemeClr val="dk1"/>
                </a:solidFill>
                <a:uFillTx/>
                <a:latin typeface="Times New Roman"/>
                <a:ea typeface="DejaVu Sans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0"/>
          </p:nvPr>
        </p:nvSpPr>
        <p:spPr>
          <a:xfrm>
            <a:off x="50400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audio" Target="file:///home/essaar/Desktop/english ppt.wav" TargetMode="External"/><Relationship Id="rId2" Type="http://schemas.microsoft.com/office/2007/relationships/media" Target="file:///home/essaar/Desktop/english ppt.wav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6768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Sumama Rahim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7543800" y="228600"/>
            <a:ext cx="228204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Arial"/>
                <a:ea typeface="Noto Sans CJK SC"/>
              </a:rPr>
              <a:t>Date: 01/13/2025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457200" y="3429000"/>
            <a:ext cx="9067680" cy="228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rial"/>
                <a:ea typeface="Noto Sans CJK SC"/>
              </a:rPr>
              <a:t>BS CS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rial"/>
                <a:ea typeface="Noto Sans CJK SC"/>
              </a:rPr>
              <a:t>F24 – Morning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rial"/>
                <a:ea typeface="Noto Sans CJK SC"/>
              </a:rPr>
              <a:t>English Comprehension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6768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Giving an expert advice...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482560"/>
            <a:ext cx="9067680" cy="94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Blockchain Technology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67680" cy="9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Limitless Career Opportunities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296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Non Development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Analyst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Lawyer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Consultant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Policy Maker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5152680" y="1969560"/>
            <a:ext cx="442296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Engineer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QC/A Engineer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Architect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Product Manager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… </a:t>
            </a: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etc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67680" cy="9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Limitless Career Opportunities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326600"/>
            <a:ext cx="9618840" cy="392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Development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Smart Contract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NFT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Metaverse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dApp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Solidity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Web 3.0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De-Fi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7680" cy="94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Skills you need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504000" y="1371600"/>
            <a:ext cx="9067680" cy="391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Prior knowledge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Programming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Law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Company Structuring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Cloud computing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Cryptography</a:t>
            </a:r>
            <a:br>
              <a:rPr sz="3200"/>
            </a:b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7680" cy="94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Future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title"/>
          </p:nvPr>
        </p:nvSpPr>
        <p:spPr>
          <a:xfrm>
            <a:off x="514800" y="2412000"/>
            <a:ext cx="9067680" cy="91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uFillTx/>
                <a:latin typeface="Arial"/>
              </a:rPr>
              <a:t>Bright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title"/>
          </p:nvPr>
        </p:nvSpPr>
        <p:spPr>
          <a:xfrm>
            <a:off x="514800" y="3326400"/>
            <a:ext cx="9067680" cy="91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uFillTx/>
                <a:latin typeface="Arial"/>
              </a:rPr>
              <a:t>Blockchain will be everywhere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253960"/>
            <a:ext cx="9067680" cy="94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Any Question?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2514600" y="3612960"/>
            <a:ext cx="5482800" cy="49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I encourage you to ask question...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04560" y="200160"/>
            <a:ext cx="9067680" cy="94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Podcast of this presentation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6" name="" descr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971800" y="1371600"/>
            <a:ext cx="3428640" cy="3428640"/>
          </a:xfrm>
          <a:prstGeom prst="rect">
            <a:avLst/>
          </a:prstGeom>
          <a:ln w="0">
            <a:noFill/>
          </a:ln>
        </p:spPr>
      </p:pic>
      <p:sp>
        <p:nvSpPr>
          <p:cNvPr id="87" name="PlaceHolder 4"/>
          <p:cNvSpPr txBox="1"/>
          <p:nvPr/>
        </p:nvSpPr>
        <p:spPr>
          <a:xfrm>
            <a:off x="228600" y="4543920"/>
            <a:ext cx="9067680" cy="94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AI Generated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</TotalTime>
  <Application>LibreOffice/24.8.3.2$Linux_X86_64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2025-01-07T07:55:33Z</dcterms:created>
  <dc:creator>Change Spark</dc:creator>
  <dc:description/>
  <dc:language>en-US</dc:language>
  <cp:lastModifiedBy/>
  <dcterms:modified xsi:type="dcterms:W3CDTF">2025-01-14T08:48:33Z</dcterms:modified>
  <cp:revision>32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Widescreen</vt:lpwstr>
  </property>
  <property fmtid="{D5CDD505-2E9C-101B-9397-08002B2CF9AE}" pid="4" name="Slides">
    <vt:r8>12</vt:r8>
  </property>
</Properties>
</file>