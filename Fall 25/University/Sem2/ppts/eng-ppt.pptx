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5.xml.rels" ContentType="application/vnd.openxmlformats-package.relationships+xml"/>
  <Override PartName="/ppt/slideMasters/_rels/slideMaster4.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slideLayouts/_rels/slideLayout6.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notesSlides/_rels/notesSlide13.xml.rels" ContentType="application/vnd.openxmlformats-package.relationships+xml"/>
  <Override PartName="/ppt/notesSlides/_rels/notesSlide6.xml.rels" ContentType="application/vnd.openxmlformats-package.relationships+xml"/>
  <Override PartName="/ppt/notesSlides/_rels/notesSlide12.xml.rels" ContentType="application/vnd.openxmlformats-package.relationships+xml"/>
  <Override PartName="/ppt/notesSlides/_rels/notesSlide5.xml.rels" ContentType="application/vnd.openxmlformats-package.relationships+xml"/>
  <Override PartName="/ppt/notesSlides/_rels/notesSlide11.xml.rels" ContentType="application/vnd.openxmlformats-package.relationships+xml"/>
  <Override PartName="/ppt/notesSlides/_rels/notesSlide4.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7"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0080625" cy="567055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6.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 name="PlaceHolder 1"/>
          <p:cNvSpPr>
            <a:spLocks noGrp="1"/>
          </p:cNvSpPr>
          <p:nvPr>
            <p:ph type="sldImg"/>
          </p:nvPr>
        </p:nvSpPr>
        <p:spPr>
          <a:xfrm>
            <a:off x="0" y="812520"/>
            <a:ext cx="0" cy="0"/>
          </a:xfrm>
          <a:prstGeom prst="rect">
            <a:avLst/>
          </a:prstGeom>
          <a:noFill/>
          <a:ln w="0">
            <a:noFill/>
          </a:ln>
        </p:spPr>
        <p:txBody>
          <a:bodyPr lIns="0" rIns="0" tIns="0" bIns="0" anchor="ctr">
            <a:noAutofit/>
          </a:bodyPr>
          <a:p>
            <a:pPr algn="ctr"/>
            <a:r>
              <a:rPr b="0" lang="en-US" sz="4400" strike="noStrike" u="none">
                <a:solidFill>
                  <a:srgbClr val="000000"/>
                </a:solidFill>
                <a:uFillTx/>
                <a:latin typeface="Arial"/>
              </a:rPr>
              <a:t>Click to move the slide</a:t>
            </a:r>
            <a:endParaRPr b="0" lang="en-US" sz="4400" strike="noStrike" u="none">
              <a:solidFill>
                <a:srgbClr val="000000"/>
              </a:solidFill>
              <a:uFillTx/>
              <a:latin typeface="Arial"/>
            </a:endParaRPr>
          </a:p>
        </p:txBody>
      </p:sp>
      <p:sp>
        <p:nvSpPr>
          <p:cNvPr id="3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trike="noStrike" u="none">
                <a:solidFill>
                  <a:srgbClr val="000000"/>
                </a:solidFill>
                <a:uFillTx/>
                <a:latin typeface="Arial"/>
              </a:rPr>
              <a:t>Click to edit the notes format</a:t>
            </a:r>
            <a:endParaRPr b="0" lang="en-US" sz="2000" strike="noStrike" u="none">
              <a:solidFill>
                <a:srgbClr val="000000"/>
              </a:solidFill>
              <a:uFillTx/>
              <a:latin typeface="Arial"/>
            </a:endParaRPr>
          </a:p>
        </p:txBody>
      </p:sp>
      <p:sp>
        <p:nvSpPr>
          <p:cNvPr id="3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trike="noStrike" u="none">
                <a:solidFill>
                  <a:srgbClr val="000000"/>
                </a:solidFill>
                <a:uFillTx/>
                <a:latin typeface="Times New Roman"/>
              </a:rPr>
              <a:t> </a:t>
            </a:r>
            <a:endParaRPr b="0" lang="en-US" sz="1400" strike="noStrike" u="none">
              <a:solidFill>
                <a:srgbClr val="000000"/>
              </a:solidFill>
              <a:uFillTx/>
              <a:latin typeface="Times New Roman"/>
            </a:endParaRPr>
          </a:p>
        </p:txBody>
      </p:sp>
      <p:sp>
        <p:nvSpPr>
          <p:cNvPr id="35" name="PlaceHolder 4"/>
          <p:cNvSpPr>
            <a:spLocks noGrp="1"/>
          </p:cNvSpPr>
          <p:nvPr>
            <p:ph type="dt" idx="16"/>
          </p:nvPr>
        </p:nvSpPr>
        <p:spPr>
          <a:xfrm>
            <a:off x="4278960" y="0"/>
            <a:ext cx="3280680" cy="534240"/>
          </a:xfrm>
          <a:prstGeom prst="rect">
            <a:avLst/>
          </a:prstGeom>
          <a:noFill/>
          <a:ln w="0">
            <a:noFill/>
          </a:ln>
        </p:spPr>
        <p:txBody>
          <a:bodyPr lIns="0" rIns="0" tIns="0" bIns="0" anchor="t">
            <a:noAutofit/>
          </a:bodyPr>
          <a:lstStyle>
            <a:lvl1pPr indent="0" algn="r">
              <a:buNone/>
              <a:defRPr b="0" lang="en-US" sz="1400" strike="noStrike" u="none">
                <a:solidFill>
                  <a:srgbClr val="000000"/>
                </a:solidFill>
                <a:uFillTx/>
                <a:latin typeface="Times New Roman"/>
              </a:defRPr>
            </a:lvl1pPr>
          </a:lstStyle>
          <a:p>
            <a:pPr indent="0" algn="r">
              <a:buNone/>
            </a:pPr>
            <a:r>
              <a:rPr b="0" lang="en-US" sz="1400" strike="noStrike" u="none">
                <a:solidFill>
                  <a:srgbClr val="000000"/>
                </a:solidFill>
                <a:uFillTx/>
                <a:latin typeface="Times New Roman"/>
              </a:rPr>
              <a:t> </a:t>
            </a:r>
            <a:endParaRPr b="0" lang="en-US" sz="1400" strike="noStrike" u="none">
              <a:solidFill>
                <a:srgbClr val="000000"/>
              </a:solidFill>
              <a:uFillTx/>
              <a:latin typeface="Times New Roman"/>
            </a:endParaRPr>
          </a:p>
        </p:txBody>
      </p:sp>
      <p:sp>
        <p:nvSpPr>
          <p:cNvPr id="36" name="PlaceHolder 5"/>
          <p:cNvSpPr>
            <a:spLocks noGrp="1"/>
          </p:cNvSpPr>
          <p:nvPr>
            <p:ph type="ftr" idx="17"/>
          </p:nvPr>
        </p:nvSpPr>
        <p:spPr>
          <a:xfrm>
            <a:off x="0" y="10157400"/>
            <a:ext cx="3280680" cy="534240"/>
          </a:xfrm>
          <a:prstGeom prst="rect">
            <a:avLst/>
          </a:prstGeom>
          <a:noFill/>
          <a:ln w="0">
            <a:noFill/>
          </a:ln>
        </p:spPr>
        <p:txBody>
          <a:bodyPr lIns="0" rIns="0" tIns="0" bIns="0" anchor="b">
            <a:noAutofit/>
          </a:bodyPr>
          <a:lstStyle>
            <a:lvl1pPr indent="0">
              <a:buNone/>
              <a:defRPr b="0" lang="en-US" sz="1400" strike="noStrike" u="none">
                <a:solidFill>
                  <a:srgbClr val="000000"/>
                </a:solidFill>
                <a:uFillTx/>
                <a:latin typeface="Times New Roman"/>
              </a:defRPr>
            </a:lvl1pPr>
          </a:lstStyle>
          <a:p>
            <a:pPr indent="0">
              <a:buNone/>
            </a:pPr>
            <a:r>
              <a:rPr b="0" lang="en-US" sz="1400" strike="noStrike" u="none">
                <a:solidFill>
                  <a:srgbClr val="000000"/>
                </a:solidFill>
                <a:uFillTx/>
                <a:latin typeface="Times New Roman"/>
              </a:rPr>
              <a:t> </a:t>
            </a:r>
            <a:endParaRPr b="0" lang="en-US" sz="1400" strike="noStrike" u="none">
              <a:solidFill>
                <a:srgbClr val="000000"/>
              </a:solidFill>
              <a:uFillTx/>
              <a:latin typeface="Times New Roman"/>
            </a:endParaRPr>
          </a:p>
        </p:txBody>
      </p:sp>
      <p:sp>
        <p:nvSpPr>
          <p:cNvPr id="37" name="PlaceHolder 6"/>
          <p:cNvSpPr>
            <a:spLocks noGrp="1"/>
          </p:cNvSpPr>
          <p:nvPr>
            <p:ph type="sldNum" idx="18"/>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trike="noStrike" u="none">
                <a:solidFill>
                  <a:srgbClr val="000000"/>
                </a:solidFill>
                <a:uFillTx/>
                <a:latin typeface="Times New Roman"/>
              </a:defRPr>
            </a:lvl1pPr>
          </a:lstStyle>
          <a:p>
            <a:pPr indent="0" algn="r">
              <a:buNone/>
            </a:pPr>
            <a:fld id="{2917D117-618E-4A08-98BE-AA34A44A9D97}" type="slidenum">
              <a:rPr b="0" lang="en-US" sz="1400" strike="noStrike" u="none">
                <a:solidFill>
                  <a:srgbClr val="000000"/>
                </a:solidFill>
                <a:uFillTx/>
                <a:latin typeface="Times New Roman"/>
              </a:rPr>
              <a:t>1</a:t>
            </a:fld>
            <a:endParaRPr b="0" lang="en-US" sz="1400" strike="noStrike" u="none">
              <a:solidFill>
                <a:srgbClr val="000000"/>
              </a:solidFill>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PlaceHolder 1"/>
          <p:cNvSpPr>
            <a:spLocks noGrp="1"/>
          </p:cNvSpPr>
          <p:nvPr>
            <p:ph type="sldNum" idx="19"/>
          </p:nvPr>
        </p:nvSpPr>
        <p:spPr>
          <a:xfrm>
            <a:off x="4278960" y="10157400"/>
            <a:ext cx="3278520" cy="53208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uFillTx/>
                <a:latin typeface="Times New Roman"/>
                <a:ea typeface="DejaVu Sans"/>
              </a:defRPr>
            </a:lvl1pPr>
          </a:lstStyle>
          <a:p>
            <a:pPr indent="0" algn="r">
              <a:lnSpc>
                <a:spcPct val="100000"/>
              </a:lnSpc>
              <a:buNone/>
              <a:tabLst>
                <a:tab algn="l" pos="0"/>
              </a:tabLst>
            </a:pPr>
            <a:fld id="{6B96C48C-CC62-4203-B1E6-4D8D26538A26}" type="slidenum">
              <a:rPr b="0" lang="en-US" sz="1400" strike="noStrike" u="none">
                <a:solidFill>
                  <a:srgbClr val="000000"/>
                </a:solidFill>
                <a:uFillTx/>
                <a:latin typeface="Times New Roman"/>
                <a:ea typeface="DejaVu Sans"/>
              </a:rPr>
              <a:t>6</a:t>
            </a:fld>
            <a:endParaRPr b="0" lang="en-US" sz="1400" strike="noStrike" u="none">
              <a:solidFill>
                <a:srgbClr val="000000"/>
              </a:solidFill>
              <a:uFillTx/>
              <a:latin typeface="Times New Roman"/>
            </a:endParaRPr>
          </a:p>
        </p:txBody>
      </p:sp>
      <p:sp>
        <p:nvSpPr>
          <p:cNvPr id="65" name="PlaceHolder 2"/>
          <p:cNvSpPr>
            <a:spLocks noGrp="1"/>
          </p:cNvSpPr>
          <p:nvPr>
            <p:ph type="sldImg"/>
          </p:nvPr>
        </p:nvSpPr>
        <p:spPr>
          <a:xfrm>
            <a:off x="217440" y="812880"/>
            <a:ext cx="7122600" cy="4006440"/>
          </a:xfrm>
          <a:prstGeom prst="rect">
            <a:avLst/>
          </a:prstGeom>
          <a:ln w="0">
            <a:noFill/>
          </a:ln>
        </p:spPr>
      </p:sp>
      <p:sp>
        <p:nvSpPr>
          <p:cNvPr id="66" name="PlaceHolder 3"/>
          <p:cNvSpPr>
            <a:spLocks noGrp="1"/>
          </p:cNvSpPr>
          <p:nvPr>
            <p:ph type="body"/>
          </p:nvPr>
        </p:nvSpPr>
        <p:spPr>
          <a:xfrm>
            <a:off x="756000" y="5078520"/>
            <a:ext cx="6045480" cy="4808880"/>
          </a:xfrm>
          <a:prstGeom prst="rect">
            <a:avLst/>
          </a:prstGeom>
          <a:noFill/>
          <a:ln w="0">
            <a:noFill/>
          </a:ln>
        </p:spPr>
        <p:txBody>
          <a:bodyPr lIns="0" rIns="0" tIns="0" bIns="0" anchor="t">
            <a:noAutofit/>
          </a:bodyPr>
          <a:p>
            <a:pPr marL="216000" indent="-216000">
              <a:buNone/>
            </a:pPr>
            <a:endParaRPr b="0" lang="en-US" sz="1800" strike="noStrike" u="none">
              <a:solidFill>
                <a:srgbClr val="000000"/>
              </a:solidFill>
              <a:uFillTx/>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PlaceHolder 1"/>
          <p:cNvSpPr>
            <a:spLocks noGrp="1"/>
          </p:cNvSpPr>
          <p:nvPr>
            <p:ph type="sldNum" idx="20"/>
          </p:nvPr>
        </p:nvSpPr>
        <p:spPr>
          <a:xfrm>
            <a:off x="4278960" y="10157400"/>
            <a:ext cx="3278520" cy="53208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uFillTx/>
                <a:latin typeface="Times New Roman"/>
                <a:ea typeface="DejaVu Sans"/>
              </a:defRPr>
            </a:lvl1pPr>
          </a:lstStyle>
          <a:p>
            <a:pPr indent="0" algn="r">
              <a:lnSpc>
                <a:spcPct val="100000"/>
              </a:lnSpc>
              <a:buNone/>
              <a:tabLst>
                <a:tab algn="l" pos="0"/>
              </a:tabLst>
            </a:pPr>
            <a:fld id="{9BDE3E5C-3502-4636-ABAA-8247B3D48A17}" type="slidenum">
              <a:rPr b="0" lang="en-US" sz="1400" strike="noStrike" u="none">
                <a:solidFill>
                  <a:srgbClr val="000000"/>
                </a:solidFill>
                <a:uFillTx/>
                <a:latin typeface="Times New Roman"/>
                <a:ea typeface="DejaVu Sans"/>
              </a:rPr>
              <a:t>6</a:t>
            </a:fld>
            <a:endParaRPr b="0" lang="en-US" sz="1400" strike="noStrike" u="none">
              <a:solidFill>
                <a:srgbClr val="000000"/>
              </a:solidFill>
              <a:uFillTx/>
              <a:latin typeface="Times New Roman"/>
            </a:endParaRPr>
          </a:p>
        </p:txBody>
      </p:sp>
      <p:sp>
        <p:nvSpPr>
          <p:cNvPr id="68" name="PlaceHolder 2"/>
          <p:cNvSpPr>
            <a:spLocks noGrp="1"/>
          </p:cNvSpPr>
          <p:nvPr>
            <p:ph type="sldImg"/>
          </p:nvPr>
        </p:nvSpPr>
        <p:spPr>
          <a:xfrm>
            <a:off x="217440" y="812880"/>
            <a:ext cx="7122600" cy="4006440"/>
          </a:xfrm>
          <a:prstGeom prst="rect">
            <a:avLst/>
          </a:prstGeom>
          <a:ln w="0">
            <a:noFill/>
          </a:ln>
        </p:spPr>
      </p:sp>
      <p:sp>
        <p:nvSpPr>
          <p:cNvPr id="69" name="PlaceHolder 3"/>
          <p:cNvSpPr>
            <a:spLocks noGrp="1"/>
          </p:cNvSpPr>
          <p:nvPr>
            <p:ph type="body"/>
          </p:nvPr>
        </p:nvSpPr>
        <p:spPr>
          <a:xfrm>
            <a:off x="756000" y="5078520"/>
            <a:ext cx="6045480" cy="4808880"/>
          </a:xfrm>
          <a:prstGeom prst="rect">
            <a:avLst/>
          </a:prstGeom>
          <a:noFill/>
          <a:ln w="0">
            <a:noFill/>
          </a:ln>
        </p:spPr>
        <p:txBody>
          <a:bodyPr lIns="0" rIns="0" tIns="0" bIns="0" anchor="t">
            <a:noAutofit/>
          </a:bodyPr>
          <a:p>
            <a:pPr marL="216000" indent="0">
              <a:lnSpc>
                <a:spcPct val="100000"/>
              </a:lnSpc>
              <a:buNone/>
            </a:pPr>
            <a:r>
              <a:rPr b="0" lang="en-US" sz="1800" strike="noStrike" u="none">
                <a:solidFill>
                  <a:srgbClr val="000000"/>
                </a:solidFill>
                <a:uFillTx/>
                <a:latin typeface="Arial"/>
              </a:rPr>
              <a:t>Disclaimer: I’m talking in the light of Quran and Hadith. May be some of you will disagree with me.</a:t>
            </a:r>
            <a:endParaRPr b="0" lang="en-US" sz="1800" strike="noStrike" u="none">
              <a:solidFill>
                <a:srgbClr val="000000"/>
              </a:solidFill>
              <a:uFillTx/>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PlaceHolder 1"/>
          <p:cNvSpPr>
            <a:spLocks noGrp="1"/>
          </p:cNvSpPr>
          <p:nvPr>
            <p:ph type="sldNum" idx="21"/>
          </p:nvPr>
        </p:nvSpPr>
        <p:spPr>
          <a:xfrm>
            <a:off x="4278960" y="10157400"/>
            <a:ext cx="3278520" cy="53208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uFillTx/>
                <a:latin typeface="Times New Roman"/>
                <a:ea typeface="DejaVu Sans"/>
              </a:defRPr>
            </a:lvl1pPr>
          </a:lstStyle>
          <a:p>
            <a:pPr indent="0" algn="r">
              <a:lnSpc>
                <a:spcPct val="100000"/>
              </a:lnSpc>
              <a:buNone/>
              <a:tabLst>
                <a:tab algn="l" pos="0"/>
              </a:tabLst>
            </a:pPr>
            <a:fld id="{275E1FF8-F1CF-444A-8F0B-C62E6E61D9A1}" type="slidenum">
              <a:rPr b="0" lang="en-US" sz="1400" strike="noStrike" u="none">
                <a:solidFill>
                  <a:srgbClr val="000000"/>
                </a:solidFill>
                <a:uFillTx/>
                <a:latin typeface="Times New Roman"/>
                <a:ea typeface="DejaVu Sans"/>
              </a:rPr>
              <a:t>6</a:t>
            </a:fld>
            <a:endParaRPr b="0" lang="en-US" sz="1400" strike="noStrike" u="none">
              <a:solidFill>
                <a:srgbClr val="000000"/>
              </a:solidFill>
              <a:uFillTx/>
              <a:latin typeface="Times New Roman"/>
            </a:endParaRPr>
          </a:p>
        </p:txBody>
      </p:sp>
      <p:sp>
        <p:nvSpPr>
          <p:cNvPr id="71" name="PlaceHolder 2"/>
          <p:cNvSpPr>
            <a:spLocks noGrp="1"/>
          </p:cNvSpPr>
          <p:nvPr>
            <p:ph type="sldImg"/>
          </p:nvPr>
        </p:nvSpPr>
        <p:spPr>
          <a:xfrm>
            <a:off x="217440" y="812880"/>
            <a:ext cx="7122600" cy="4006440"/>
          </a:xfrm>
          <a:prstGeom prst="rect">
            <a:avLst/>
          </a:prstGeom>
          <a:ln w="0">
            <a:noFill/>
          </a:ln>
        </p:spPr>
      </p:sp>
      <p:sp>
        <p:nvSpPr>
          <p:cNvPr id="72" name="PlaceHolder 3"/>
          <p:cNvSpPr>
            <a:spLocks noGrp="1"/>
          </p:cNvSpPr>
          <p:nvPr>
            <p:ph type="body"/>
          </p:nvPr>
        </p:nvSpPr>
        <p:spPr>
          <a:xfrm>
            <a:off x="756000" y="5078520"/>
            <a:ext cx="6045480" cy="4808880"/>
          </a:xfrm>
          <a:prstGeom prst="rect">
            <a:avLst/>
          </a:prstGeom>
          <a:noFill/>
          <a:ln w="0">
            <a:noFill/>
          </a:ln>
        </p:spPr>
        <p:txBody>
          <a:bodyPr lIns="0" rIns="0" tIns="0" bIns="0" anchor="t">
            <a:noAutofit/>
          </a:bodyPr>
          <a:p>
            <a:pPr marL="216000" indent="-216000">
              <a:buNone/>
            </a:pPr>
            <a:endParaRPr b="0" lang="en-US" sz="1800" strike="noStrike" u="none">
              <a:solidFill>
                <a:srgbClr val="000000"/>
              </a:solidFill>
              <a:uFillTx/>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PlaceHolder 1"/>
          <p:cNvSpPr>
            <a:spLocks noGrp="1"/>
          </p:cNvSpPr>
          <p:nvPr>
            <p:ph type="sldNum" idx="22"/>
          </p:nvPr>
        </p:nvSpPr>
        <p:spPr>
          <a:xfrm>
            <a:off x="4278960" y="10157400"/>
            <a:ext cx="3278520" cy="53208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uFillTx/>
                <a:latin typeface="Times New Roman"/>
                <a:ea typeface="DejaVu Sans"/>
              </a:defRPr>
            </a:lvl1pPr>
          </a:lstStyle>
          <a:p>
            <a:pPr indent="0" algn="r">
              <a:lnSpc>
                <a:spcPct val="100000"/>
              </a:lnSpc>
              <a:buNone/>
              <a:tabLst>
                <a:tab algn="l" pos="0"/>
              </a:tabLst>
            </a:pPr>
            <a:fld id="{F79F4616-88E9-47D2-B42C-799EB927E98C}" type="slidenum">
              <a:rPr b="0" lang="en-US" sz="1400" strike="noStrike" u="none">
                <a:solidFill>
                  <a:srgbClr val="000000"/>
                </a:solidFill>
                <a:uFillTx/>
                <a:latin typeface="Times New Roman"/>
                <a:ea typeface="DejaVu Sans"/>
              </a:rPr>
              <a:t>6</a:t>
            </a:fld>
            <a:endParaRPr b="0" lang="en-US" sz="1400" strike="noStrike" u="none">
              <a:solidFill>
                <a:srgbClr val="000000"/>
              </a:solidFill>
              <a:uFillTx/>
              <a:latin typeface="Times New Roman"/>
            </a:endParaRPr>
          </a:p>
        </p:txBody>
      </p:sp>
      <p:sp>
        <p:nvSpPr>
          <p:cNvPr id="74" name="PlaceHolder 2"/>
          <p:cNvSpPr>
            <a:spLocks noGrp="1"/>
          </p:cNvSpPr>
          <p:nvPr>
            <p:ph type="sldImg"/>
          </p:nvPr>
        </p:nvSpPr>
        <p:spPr>
          <a:xfrm>
            <a:off x="217440" y="812880"/>
            <a:ext cx="7122600" cy="4006440"/>
          </a:xfrm>
          <a:prstGeom prst="rect">
            <a:avLst/>
          </a:prstGeom>
          <a:ln w="0">
            <a:noFill/>
          </a:ln>
        </p:spPr>
      </p:sp>
      <p:sp>
        <p:nvSpPr>
          <p:cNvPr id="75" name="PlaceHolder 3"/>
          <p:cNvSpPr>
            <a:spLocks noGrp="1"/>
          </p:cNvSpPr>
          <p:nvPr>
            <p:ph type="body"/>
          </p:nvPr>
        </p:nvSpPr>
        <p:spPr>
          <a:xfrm>
            <a:off x="756000" y="5078520"/>
            <a:ext cx="6045480" cy="4808880"/>
          </a:xfrm>
          <a:prstGeom prst="rect">
            <a:avLst/>
          </a:prstGeom>
          <a:noFill/>
          <a:ln w="0">
            <a:noFill/>
          </a:ln>
        </p:spPr>
        <p:txBody>
          <a:bodyPr lIns="0" rIns="0" tIns="0" bIns="0" anchor="t">
            <a:noAutofit/>
          </a:bodyPr>
          <a:p>
            <a:pPr marL="216000" indent="-216000">
              <a:buNone/>
            </a:pPr>
            <a:endParaRPr b="0" lang="en-US" sz="1800" strike="noStrike" u="none">
              <a:solidFill>
                <a:srgbClr val="000000"/>
              </a:solidFill>
              <a:uFillTx/>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PlaceHolder 1"/>
          <p:cNvSpPr>
            <a:spLocks noGrp="1"/>
          </p:cNvSpPr>
          <p:nvPr>
            <p:ph type="sldNum" idx="23"/>
          </p:nvPr>
        </p:nvSpPr>
        <p:spPr>
          <a:xfrm>
            <a:off x="4278960" y="10157400"/>
            <a:ext cx="3278520" cy="53208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uFillTx/>
                <a:latin typeface="Times New Roman"/>
                <a:ea typeface="DejaVu Sans"/>
              </a:defRPr>
            </a:lvl1pPr>
          </a:lstStyle>
          <a:p>
            <a:pPr indent="0" algn="r">
              <a:lnSpc>
                <a:spcPct val="100000"/>
              </a:lnSpc>
              <a:buNone/>
              <a:tabLst>
                <a:tab algn="l" pos="0"/>
              </a:tabLst>
            </a:pPr>
            <a:fld id="{B59DD7A0-3A33-443D-98E8-85E2D33F73FD}" type="slidenum">
              <a:rPr b="0" lang="en-US" sz="1400" strike="noStrike" u="none">
                <a:solidFill>
                  <a:srgbClr val="000000"/>
                </a:solidFill>
                <a:uFillTx/>
                <a:latin typeface="Times New Roman"/>
                <a:ea typeface="DejaVu Sans"/>
              </a:rPr>
              <a:t>6</a:t>
            </a:fld>
            <a:endParaRPr b="0" lang="en-US" sz="1400" strike="noStrike" u="none">
              <a:solidFill>
                <a:srgbClr val="000000"/>
              </a:solidFill>
              <a:uFillTx/>
              <a:latin typeface="Times New Roman"/>
            </a:endParaRPr>
          </a:p>
        </p:txBody>
      </p:sp>
      <p:sp>
        <p:nvSpPr>
          <p:cNvPr id="77" name="PlaceHolder 2"/>
          <p:cNvSpPr>
            <a:spLocks noGrp="1"/>
          </p:cNvSpPr>
          <p:nvPr>
            <p:ph type="sldImg"/>
          </p:nvPr>
        </p:nvSpPr>
        <p:spPr>
          <a:xfrm>
            <a:off x="217440" y="812880"/>
            <a:ext cx="7122600" cy="4006440"/>
          </a:xfrm>
          <a:prstGeom prst="rect">
            <a:avLst/>
          </a:prstGeom>
          <a:ln w="0">
            <a:noFill/>
          </a:ln>
        </p:spPr>
      </p:sp>
      <p:sp>
        <p:nvSpPr>
          <p:cNvPr id="78" name="PlaceHolder 3"/>
          <p:cNvSpPr>
            <a:spLocks noGrp="1"/>
          </p:cNvSpPr>
          <p:nvPr>
            <p:ph type="body"/>
          </p:nvPr>
        </p:nvSpPr>
        <p:spPr>
          <a:xfrm>
            <a:off x="756000" y="5078520"/>
            <a:ext cx="6045480" cy="4808880"/>
          </a:xfrm>
          <a:prstGeom prst="rect">
            <a:avLst/>
          </a:prstGeom>
          <a:noFill/>
          <a:ln w="0">
            <a:noFill/>
          </a:ln>
        </p:spPr>
        <p:txBody>
          <a:bodyPr lIns="0" rIns="0" tIns="0" bIns="0" anchor="t">
            <a:noAutofit/>
          </a:bodyPr>
          <a:p>
            <a:pPr marL="216000" indent="-216000">
              <a:buNone/>
            </a:pPr>
            <a:endParaRPr b="0" lang="en-US" sz="1800" strike="noStrike" u="none">
              <a:solidFill>
                <a:srgbClr val="000000"/>
              </a:solidFill>
              <a:uFillTx/>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PlaceHolder 1"/>
          <p:cNvSpPr>
            <a:spLocks noGrp="1"/>
          </p:cNvSpPr>
          <p:nvPr>
            <p:ph type="sldNum" idx="24"/>
          </p:nvPr>
        </p:nvSpPr>
        <p:spPr>
          <a:xfrm>
            <a:off x="4278960" y="10157400"/>
            <a:ext cx="3278520" cy="53208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uFillTx/>
                <a:latin typeface="Times New Roman"/>
                <a:ea typeface="DejaVu Sans"/>
              </a:defRPr>
            </a:lvl1pPr>
          </a:lstStyle>
          <a:p>
            <a:pPr indent="0" algn="r">
              <a:lnSpc>
                <a:spcPct val="100000"/>
              </a:lnSpc>
              <a:buNone/>
              <a:tabLst>
                <a:tab algn="l" pos="0"/>
              </a:tabLst>
            </a:pPr>
            <a:fld id="{43136542-A0E9-417E-ABDD-D273E979D3F1}" type="slidenum">
              <a:rPr b="0" lang="en-US" sz="1400" strike="noStrike" u="none">
                <a:solidFill>
                  <a:srgbClr val="000000"/>
                </a:solidFill>
                <a:uFillTx/>
                <a:latin typeface="Times New Roman"/>
                <a:ea typeface="DejaVu Sans"/>
              </a:rPr>
              <a:t>6</a:t>
            </a:fld>
            <a:endParaRPr b="0" lang="en-US" sz="1400" strike="noStrike" u="none">
              <a:solidFill>
                <a:srgbClr val="000000"/>
              </a:solidFill>
              <a:uFillTx/>
              <a:latin typeface="Times New Roman"/>
            </a:endParaRPr>
          </a:p>
        </p:txBody>
      </p:sp>
      <p:sp>
        <p:nvSpPr>
          <p:cNvPr id="80" name="PlaceHolder 2"/>
          <p:cNvSpPr>
            <a:spLocks noGrp="1"/>
          </p:cNvSpPr>
          <p:nvPr>
            <p:ph type="sldImg"/>
          </p:nvPr>
        </p:nvSpPr>
        <p:spPr>
          <a:xfrm>
            <a:off x="217440" y="812880"/>
            <a:ext cx="7122600" cy="4006440"/>
          </a:xfrm>
          <a:prstGeom prst="rect">
            <a:avLst/>
          </a:prstGeom>
          <a:ln w="0">
            <a:noFill/>
          </a:ln>
        </p:spPr>
      </p:sp>
      <p:sp>
        <p:nvSpPr>
          <p:cNvPr id="81" name="PlaceHolder 3"/>
          <p:cNvSpPr>
            <a:spLocks noGrp="1"/>
          </p:cNvSpPr>
          <p:nvPr>
            <p:ph type="body"/>
          </p:nvPr>
        </p:nvSpPr>
        <p:spPr>
          <a:xfrm>
            <a:off x="756000" y="5078520"/>
            <a:ext cx="6045480" cy="4808880"/>
          </a:xfrm>
          <a:prstGeom prst="rect">
            <a:avLst/>
          </a:prstGeom>
          <a:noFill/>
          <a:ln w="0">
            <a:noFill/>
          </a:ln>
        </p:spPr>
        <p:txBody>
          <a:bodyPr lIns="0" rIns="0" tIns="0" bIns="0" anchor="t">
            <a:noAutofit/>
          </a:bodyPr>
          <a:p>
            <a:pPr marL="216000" indent="-216000">
              <a:buNone/>
            </a:pPr>
            <a:endParaRPr b="0" lang="en-US" sz="1800" strike="noStrike" u="none">
              <a:solidFill>
                <a:srgbClr val="000000"/>
              </a:solidFill>
              <a:uFillTx/>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sldNum" idx="25"/>
          </p:nvPr>
        </p:nvSpPr>
        <p:spPr>
          <a:xfrm>
            <a:off x="4278960" y="10157400"/>
            <a:ext cx="3278520" cy="53208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uFillTx/>
                <a:latin typeface="Times New Roman"/>
                <a:ea typeface="DejaVu Sans"/>
              </a:defRPr>
            </a:lvl1pPr>
          </a:lstStyle>
          <a:p>
            <a:pPr indent="0" algn="r">
              <a:lnSpc>
                <a:spcPct val="100000"/>
              </a:lnSpc>
              <a:buNone/>
              <a:tabLst>
                <a:tab algn="l" pos="0"/>
              </a:tabLst>
            </a:pPr>
            <a:fld id="{93D229E2-912C-4104-9B6C-759E4277A4C1}" type="slidenum">
              <a:rPr b="0" lang="en-US" sz="1400" strike="noStrike" u="none">
                <a:solidFill>
                  <a:srgbClr val="000000"/>
                </a:solidFill>
                <a:uFillTx/>
                <a:latin typeface="Times New Roman"/>
                <a:ea typeface="DejaVu Sans"/>
              </a:rPr>
              <a:t>6</a:t>
            </a:fld>
            <a:endParaRPr b="0" lang="en-US" sz="1400" strike="noStrike" u="none">
              <a:solidFill>
                <a:srgbClr val="000000"/>
              </a:solidFill>
              <a:uFillTx/>
              <a:latin typeface="Times New Roman"/>
            </a:endParaRPr>
          </a:p>
        </p:txBody>
      </p:sp>
      <p:sp>
        <p:nvSpPr>
          <p:cNvPr id="83" name="PlaceHolder 2"/>
          <p:cNvSpPr>
            <a:spLocks noGrp="1"/>
          </p:cNvSpPr>
          <p:nvPr>
            <p:ph type="sldImg"/>
          </p:nvPr>
        </p:nvSpPr>
        <p:spPr>
          <a:xfrm>
            <a:off x="217440" y="812880"/>
            <a:ext cx="7122600" cy="4006440"/>
          </a:xfrm>
          <a:prstGeom prst="rect">
            <a:avLst/>
          </a:prstGeom>
          <a:ln w="0">
            <a:noFill/>
          </a:ln>
        </p:spPr>
      </p:sp>
      <p:sp>
        <p:nvSpPr>
          <p:cNvPr id="84" name="PlaceHolder 3"/>
          <p:cNvSpPr>
            <a:spLocks noGrp="1"/>
          </p:cNvSpPr>
          <p:nvPr>
            <p:ph type="body"/>
          </p:nvPr>
        </p:nvSpPr>
        <p:spPr>
          <a:xfrm>
            <a:off x="756000" y="5078520"/>
            <a:ext cx="6045480" cy="4808880"/>
          </a:xfrm>
          <a:prstGeom prst="rect">
            <a:avLst/>
          </a:prstGeom>
          <a:noFill/>
          <a:ln w="0">
            <a:noFill/>
          </a:ln>
        </p:spPr>
        <p:txBody>
          <a:bodyPr lIns="0" rIns="0" tIns="0" bIns="0" anchor="t">
            <a:noAutofit/>
          </a:bodyPr>
          <a:p>
            <a:pPr marL="216000" indent="-216000">
              <a:buNone/>
            </a:pPr>
            <a:endParaRPr b="0" lang="en-US" sz="1800" strike="noStrike" u="none">
              <a:solidFill>
                <a:srgbClr val="000000"/>
              </a:solidFill>
              <a:uFillTx/>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PlaceHolder 1"/>
          <p:cNvSpPr>
            <a:spLocks noGrp="1"/>
          </p:cNvSpPr>
          <p:nvPr>
            <p:ph type="sldNum" idx="26"/>
          </p:nvPr>
        </p:nvSpPr>
        <p:spPr>
          <a:xfrm>
            <a:off x="4278960" y="10157400"/>
            <a:ext cx="3278520" cy="53208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uFillTx/>
                <a:latin typeface="Times New Roman"/>
                <a:ea typeface="DejaVu Sans"/>
              </a:defRPr>
            </a:lvl1pPr>
          </a:lstStyle>
          <a:p>
            <a:pPr indent="0" algn="r">
              <a:lnSpc>
                <a:spcPct val="100000"/>
              </a:lnSpc>
              <a:buNone/>
              <a:tabLst>
                <a:tab algn="l" pos="0"/>
              </a:tabLst>
            </a:pPr>
            <a:fld id="{A55709AF-C900-4C56-8FE1-199C142BD47C}" type="slidenum">
              <a:rPr b="0" lang="en-US" sz="1400" strike="noStrike" u="none">
                <a:solidFill>
                  <a:srgbClr val="000000"/>
                </a:solidFill>
                <a:uFillTx/>
                <a:latin typeface="Times New Roman"/>
                <a:ea typeface="DejaVu Sans"/>
              </a:rPr>
              <a:t>6</a:t>
            </a:fld>
            <a:endParaRPr b="0" lang="en-US" sz="1400" strike="noStrike" u="none">
              <a:solidFill>
                <a:srgbClr val="000000"/>
              </a:solidFill>
              <a:uFillTx/>
              <a:latin typeface="Times New Roman"/>
            </a:endParaRPr>
          </a:p>
        </p:txBody>
      </p:sp>
      <p:sp>
        <p:nvSpPr>
          <p:cNvPr id="86" name="PlaceHolder 2"/>
          <p:cNvSpPr>
            <a:spLocks noGrp="1"/>
          </p:cNvSpPr>
          <p:nvPr>
            <p:ph type="sldImg"/>
          </p:nvPr>
        </p:nvSpPr>
        <p:spPr>
          <a:xfrm>
            <a:off x="217440" y="812880"/>
            <a:ext cx="7122600" cy="4006440"/>
          </a:xfrm>
          <a:prstGeom prst="rect">
            <a:avLst/>
          </a:prstGeom>
          <a:ln w="0">
            <a:noFill/>
          </a:ln>
        </p:spPr>
      </p:sp>
      <p:sp>
        <p:nvSpPr>
          <p:cNvPr id="87" name="PlaceHolder 3"/>
          <p:cNvSpPr>
            <a:spLocks noGrp="1"/>
          </p:cNvSpPr>
          <p:nvPr>
            <p:ph type="body"/>
          </p:nvPr>
        </p:nvSpPr>
        <p:spPr>
          <a:xfrm>
            <a:off x="756000" y="5078520"/>
            <a:ext cx="6045480" cy="4808880"/>
          </a:xfrm>
          <a:prstGeom prst="rect">
            <a:avLst/>
          </a:prstGeom>
          <a:noFill/>
          <a:ln w="0">
            <a:noFill/>
          </a:ln>
        </p:spPr>
        <p:txBody>
          <a:bodyPr lIns="0" rIns="0" tIns="0" bIns="0" anchor="t">
            <a:noAutofit/>
          </a:bodyPr>
          <a:p>
            <a:pPr marL="216000" indent="-216000">
              <a:buNone/>
            </a:pPr>
            <a:r>
              <a:rPr b="0" lang="en-US" sz="2000" strike="noStrike" u="none">
                <a:solidFill>
                  <a:srgbClr val="000000"/>
                </a:solidFill>
                <a:uFillTx/>
                <a:latin typeface="Arial"/>
              </a:rPr>
              <a:t>Emotionally strong is not correct here because women are already emotionally strong like they leave their homes after marriage, they care their kids, their home, and look after each and every situation that she face regarding home, job place etc.</a:t>
            </a:r>
            <a:endParaRPr b="0" lang="en-US" sz="2000" strike="noStrike" u="none">
              <a:solidFill>
                <a:srgbClr val="000000"/>
              </a:solidFill>
              <a:uFillTx/>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PlaceHolder 1"/>
          <p:cNvSpPr>
            <a:spLocks noGrp="1"/>
          </p:cNvSpPr>
          <p:nvPr>
            <p:ph type="sldNum" idx="27"/>
          </p:nvPr>
        </p:nvSpPr>
        <p:spPr>
          <a:xfrm>
            <a:off x="4278960" y="10157400"/>
            <a:ext cx="3278520" cy="53208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uFillTx/>
                <a:latin typeface="Times New Roman"/>
                <a:ea typeface="DejaVu Sans"/>
              </a:defRPr>
            </a:lvl1pPr>
          </a:lstStyle>
          <a:p>
            <a:pPr indent="0" algn="r">
              <a:lnSpc>
                <a:spcPct val="100000"/>
              </a:lnSpc>
              <a:buNone/>
              <a:tabLst>
                <a:tab algn="l" pos="0"/>
              </a:tabLst>
            </a:pPr>
            <a:fld id="{57A63B00-1ED2-4FD0-A2A4-F4CEFF3F310D}" type="slidenum">
              <a:rPr b="0" lang="en-US" sz="1400" strike="noStrike" u="none">
                <a:solidFill>
                  <a:srgbClr val="000000"/>
                </a:solidFill>
                <a:uFillTx/>
                <a:latin typeface="Times New Roman"/>
                <a:ea typeface="DejaVu Sans"/>
              </a:rPr>
              <a:t>6</a:t>
            </a:fld>
            <a:endParaRPr b="0" lang="en-US" sz="1400" strike="noStrike" u="none">
              <a:solidFill>
                <a:srgbClr val="000000"/>
              </a:solidFill>
              <a:uFillTx/>
              <a:latin typeface="Times New Roman"/>
            </a:endParaRPr>
          </a:p>
        </p:txBody>
      </p:sp>
      <p:sp>
        <p:nvSpPr>
          <p:cNvPr id="89" name="PlaceHolder 2"/>
          <p:cNvSpPr>
            <a:spLocks noGrp="1"/>
          </p:cNvSpPr>
          <p:nvPr>
            <p:ph type="sldImg"/>
          </p:nvPr>
        </p:nvSpPr>
        <p:spPr>
          <a:xfrm>
            <a:off x="217440" y="812880"/>
            <a:ext cx="7122600" cy="4006440"/>
          </a:xfrm>
          <a:prstGeom prst="rect">
            <a:avLst/>
          </a:prstGeom>
          <a:ln w="0">
            <a:noFill/>
          </a:ln>
        </p:spPr>
      </p:sp>
      <p:sp>
        <p:nvSpPr>
          <p:cNvPr id="90" name="PlaceHolder 3"/>
          <p:cNvSpPr>
            <a:spLocks noGrp="1"/>
          </p:cNvSpPr>
          <p:nvPr>
            <p:ph type="body"/>
          </p:nvPr>
        </p:nvSpPr>
        <p:spPr>
          <a:xfrm>
            <a:off x="756000" y="5078520"/>
            <a:ext cx="6045480" cy="4808880"/>
          </a:xfrm>
          <a:prstGeom prst="rect">
            <a:avLst/>
          </a:prstGeom>
          <a:noFill/>
          <a:ln w="0">
            <a:noFill/>
          </a:ln>
        </p:spPr>
        <p:txBody>
          <a:bodyPr lIns="0" rIns="0" tIns="0" bIns="0" anchor="t">
            <a:noAutofit/>
          </a:bodyPr>
          <a:p>
            <a:pPr marL="216000" indent="0">
              <a:lnSpc>
                <a:spcPct val="100000"/>
              </a:lnSpc>
              <a:buNone/>
              <a:tabLst>
                <a:tab algn="l" pos="0"/>
              </a:tabLst>
            </a:pPr>
            <a:r>
              <a:rPr b="0" lang="en-US" sz="2000" strike="noStrike" u="none">
                <a:solidFill>
                  <a:srgbClr val="000000"/>
                </a:solidFill>
                <a:uFillTx/>
                <a:latin typeface="Arial"/>
              </a:rPr>
              <a:t>Blockchain is the future</a:t>
            </a:r>
            <a:endParaRPr b="0" lang="en-US" sz="2000" strike="noStrike" u="none">
              <a:solidFill>
                <a:srgbClr val="000000"/>
              </a:solidFill>
              <a:uFillTx/>
              <a:latin typeface="Arial"/>
            </a:endParaRPr>
          </a:p>
          <a:p>
            <a:pPr marL="216000" indent="0">
              <a:lnSpc>
                <a:spcPct val="100000"/>
              </a:lnSpc>
              <a:buNone/>
              <a:tabLst>
                <a:tab algn="l" pos="0"/>
              </a:tabLst>
            </a:pPr>
            <a:endParaRPr b="0" lang="en-US" sz="2000" strike="noStrike" u="none">
              <a:solidFill>
                <a:srgbClr val="000000"/>
              </a:solidFill>
              <a:uFillTx/>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PlaceHolder 1"/>
          <p:cNvSpPr>
            <a:spLocks noGrp="1"/>
          </p:cNvSpPr>
          <p:nvPr>
            <p:ph type="sldNum" idx="28"/>
          </p:nvPr>
        </p:nvSpPr>
        <p:spPr>
          <a:xfrm>
            <a:off x="4278960" y="10157400"/>
            <a:ext cx="3278520" cy="53208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uFillTx/>
                <a:latin typeface="Times New Roman"/>
                <a:ea typeface="DejaVu Sans"/>
              </a:defRPr>
            </a:lvl1pPr>
          </a:lstStyle>
          <a:p>
            <a:pPr indent="0" algn="r">
              <a:lnSpc>
                <a:spcPct val="100000"/>
              </a:lnSpc>
              <a:buNone/>
              <a:tabLst>
                <a:tab algn="l" pos="0"/>
              </a:tabLst>
            </a:pPr>
            <a:fld id="{A8233CC8-799D-47C2-A8DC-73FF16D84091}" type="slidenum">
              <a:rPr b="0" lang="en-US" sz="1400" strike="noStrike" u="none">
                <a:solidFill>
                  <a:srgbClr val="000000"/>
                </a:solidFill>
                <a:uFillTx/>
                <a:latin typeface="Times New Roman"/>
                <a:ea typeface="DejaVu Sans"/>
              </a:rPr>
              <a:t>6</a:t>
            </a:fld>
            <a:endParaRPr b="0" lang="en-US" sz="1400" strike="noStrike" u="none">
              <a:solidFill>
                <a:srgbClr val="000000"/>
              </a:solidFill>
              <a:uFillTx/>
              <a:latin typeface="Times New Roman"/>
            </a:endParaRPr>
          </a:p>
        </p:txBody>
      </p:sp>
      <p:sp>
        <p:nvSpPr>
          <p:cNvPr id="92" name="PlaceHolder 2"/>
          <p:cNvSpPr>
            <a:spLocks noGrp="1"/>
          </p:cNvSpPr>
          <p:nvPr>
            <p:ph type="sldImg"/>
          </p:nvPr>
        </p:nvSpPr>
        <p:spPr>
          <a:xfrm>
            <a:off x="217440" y="812880"/>
            <a:ext cx="7122600" cy="4006440"/>
          </a:xfrm>
          <a:prstGeom prst="rect">
            <a:avLst/>
          </a:prstGeom>
          <a:ln w="0">
            <a:noFill/>
          </a:ln>
        </p:spPr>
      </p:sp>
      <p:sp>
        <p:nvSpPr>
          <p:cNvPr id="93" name="PlaceHolder 3"/>
          <p:cNvSpPr>
            <a:spLocks noGrp="1"/>
          </p:cNvSpPr>
          <p:nvPr>
            <p:ph type="body"/>
          </p:nvPr>
        </p:nvSpPr>
        <p:spPr>
          <a:xfrm>
            <a:off x="756000" y="5078520"/>
            <a:ext cx="6045480" cy="4808880"/>
          </a:xfrm>
          <a:prstGeom prst="rect">
            <a:avLst/>
          </a:prstGeom>
          <a:noFill/>
          <a:ln w="0">
            <a:noFill/>
          </a:ln>
        </p:spPr>
        <p:txBody>
          <a:bodyPr lIns="0" rIns="0" tIns="0" bIns="0" anchor="t">
            <a:noAutofit/>
          </a:bodyPr>
          <a:p>
            <a:pPr marL="216000" indent="0">
              <a:lnSpc>
                <a:spcPct val="100000"/>
              </a:lnSpc>
              <a:buNone/>
              <a:tabLst>
                <a:tab algn="l" pos="0"/>
              </a:tabLst>
            </a:pPr>
            <a:r>
              <a:rPr b="0" lang="en-US" sz="2000" strike="noStrike" u="none">
                <a:solidFill>
                  <a:srgbClr val="000000"/>
                </a:solidFill>
                <a:uFillTx/>
                <a:latin typeface="Arial"/>
              </a:rPr>
              <a:t>Blockchain is the future</a:t>
            </a:r>
            <a:endParaRPr b="0" lang="en-US" sz="2000" strike="noStrike" u="none">
              <a:solidFill>
                <a:srgbClr val="000000"/>
              </a:solidFill>
              <a:uFillTx/>
              <a:latin typeface="Arial"/>
            </a:endParaRPr>
          </a:p>
          <a:p>
            <a:pPr marL="216000" indent="0">
              <a:lnSpc>
                <a:spcPct val="100000"/>
              </a:lnSpc>
              <a:buNone/>
              <a:tabLst>
                <a:tab algn="l" pos="0"/>
              </a:tabLst>
            </a:pPr>
            <a:endParaRPr b="0" lang="en-US" sz="2000" strike="noStrike" u="none">
              <a:solidFill>
                <a:srgbClr val="000000"/>
              </a:solidFill>
              <a:uFillTx/>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PlaceHolder 1"/>
          <p:cNvSpPr>
            <a:spLocks noGrp="1"/>
          </p:cNvSpPr>
          <p:nvPr>
            <p:ph type="sldNum" idx="29"/>
          </p:nvPr>
        </p:nvSpPr>
        <p:spPr>
          <a:xfrm>
            <a:off x="4278960" y="10157400"/>
            <a:ext cx="3278520" cy="53208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uFillTx/>
                <a:latin typeface="Times New Roman"/>
                <a:ea typeface="DejaVu Sans"/>
              </a:defRPr>
            </a:lvl1pPr>
          </a:lstStyle>
          <a:p>
            <a:pPr indent="0" algn="r">
              <a:lnSpc>
                <a:spcPct val="100000"/>
              </a:lnSpc>
              <a:buNone/>
              <a:tabLst>
                <a:tab algn="l" pos="0"/>
              </a:tabLst>
            </a:pPr>
            <a:fld id="{C6F47B2F-2F40-4D50-BBFF-D966E3099E22}" type="slidenum">
              <a:rPr b="0" lang="en-US" sz="1400" strike="noStrike" u="none">
                <a:solidFill>
                  <a:srgbClr val="000000"/>
                </a:solidFill>
                <a:uFillTx/>
                <a:latin typeface="Times New Roman"/>
                <a:ea typeface="DejaVu Sans"/>
              </a:rPr>
              <a:t>&lt;number&gt;</a:t>
            </a:fld>
            <a:endParaRPr b="0" lang="en-US" sz="1400" strike="noStrike" u="none">
              <a:solidFill>
                <a:srgbClr val="000000"/>
              </a:solidFill>
              <a:uFillTx/>
              <a:latin typeface="Times New Roman"/>
            </a:endParaRPr>
          </a:p>
        </p:txBody>
      </p:sp>
      <p:sp>
        <p:nvSpPr>
          <p:cNvPr id="95" name="PlaceHolder 2"/>
          <p:cNvSpPr>
            <a:spLocks noGrp="1"/>
          </p:cNvSpPr>
          <p:nvPr>
            <p:ph type="sldImg"/>
          </p:nvPr>
        </p:nvSpPr>
        <p:spPr>
          <a:xfrm>
            <a:off x="217440" y="812880"/>
            <a:ext cx="7122600" cy="4006440"/>
          </a:xfrm>
          <a:prstGeom prst="rect">
            <a:avLst/>
          </a:prstGeom>
          <a:ln w="0">
            <a:noFill/>
          </a:ln>
        </p:spPr>
      </p:sp>
      <p:sp>
        <p:nvSpPr>
          <p:cNvPr id="96" name="PlaceHolder 3"/>
          <p:cNvSpPr>
            <a:spLocks noGrp="1"/>
          </p:cNvSpPr>
          <p:nvPr>
            <p:ph type="body"/>
          </p:nvPr>
        </p:nvSpPr>
        <p:spPr>
          <a:xfrm>
            <a:off x="756000" y="5078520"/>
            <a:ext cx="6045480" cy="4808880"/>
          </a:xfrm>
          <a:prstGeom prst="rect">
            <a:avLst/>
          </a:prstGeom>
          <a:noFill/>
          <a:ln w="0">
            <a:noFill/>
          </a:ln>
        </p:spPr>
        <p:txBody>
          <a:bodyPr lIns="0" rIns="0" tIns="0" bIns="0" anchor="t">
            <a:noAutofit/>
          </a:bodyPr>
          <a:p>
            <a:pPr marL="216000" indent="0">
              <a:lnSpc>
                <a:spcPct val="100000"/>
              </a:lnSpc>
              <a:buNone/>
              <a:tabLst>
                <a:tab algn="l" pos="0"/>
              </a:tabLst>
            </a:pPr>
            <a:r>
              <a:rPr b="0" lang="en-US" sz="2000" strike="noStrike" u="none">
                <a:solidFill>
                  <a:srgbClr val="000000"/>
                </a:solidFill>
                <a:uFillTx/>
                <a:latin typeface="Arial"/>
              </a:rPr>
              <a:t>Blockchain is the future</a:t>
            </a:r>
            <a:endParaRPr b="0" lang="en-US" sz="2000" strike="noStrike" u="none">
              <a:solidFill>
                <a:srgbClr val="000000"/>
              </a:solidFill>
              <a:uFillTx/>
              <a:latin typeface="Arial"/>
            </a:endParaRPr>
          </a:p>
          <a:p>
            <a:pPr marL="216000" indent="0">
              <a:lnSpc>
                <a:spcPct val="100000"/>
              </a:lnSpc>
              <a:buNone/>
              <a:tabLst>
                <a:tab algn="l" pos="0"/>
              </a:tabLst>
            </a:pPr>
            <a:endParaRPr b="0" lang="en-US" sz="2000" strike="noStrike" u="none">
              <a:solidFill>
                <a:srgbClr val="000000"/>
              </a:solidFill>
              <a:uFillTx/>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PlaceHolder 1"/>
          <p:cNvSpPr>
            <a:spLocks noGrp="1"/>
          </p:cNvSpPr>
          <p:nvPr>
            <p:ph type="sldNum" idx="30"/>
          </p:nvPr>
        </p:nvSpPr>
        <p:spPr>
          <a:xfrm>
            <a:off x="4278960" y="10157400"/>
            <a:ext cx="3278520" cy="53208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uFillTx/>
                <a:latin typeface="Times New Roman"/>
                <a:ea typeface="DejaVu Sans"/>
              </a:defRPr>
            </a:lvl1pPr>
          </a:lstStyle>
          <a:p>
            <a:pPr indent="0" algn="r">
              <a:lnSpc>
                <a:spcPct val="100000"/>
              </a:lnSpc>
              <a:buNone/>
              <a:tabLst>
                <a:tab algn="l" pos="0"/>
              </a:tabLst>
            </a:pPr>
            <a:fld id="{994CE2FA-52C5-4942-AE11-FCC0680AAA41}" type="slidenum">
              <a:rPr b="0" lang="en-US" sz="1400" strike="noStrike" u="none">
                <a:solidFill>
                  <a:srgbClr val="000000"/>
                </a:solidFill>
                <a:uFillTx/>
                <a:latin typeface="Times New Roman"/>
                <a:ea typeface="DejaVu Sans"/>
              </a:rPr>
              <a:t>&lt;number&gt;</a:t>
            </a:fld>
            <a:endParaRPr b="0" lang="en-US" sz="1400" strike="noStrike" u="none">
              <a:solidFill>
                <a:srgbClr val="000000"/>
              </a:solidFill>
              <a:uFillTx/>
              <a:latin typeface="Times New Roman"/>
            </a:endParaRPr>
          </a:p>
        </p:txBody>
      </p:sp>
      <p:sp>
        <p:nvSpPr>
          <p:cNvPr id="98" name="PlaceHolder 2"/>
          <p:cNvSpPr>
            <a:spLocks noGrp="1"/>
          </p:cNvSpPr>
          <p:nvPr>
            <p:ph type="sldImg"/>
          </p:nvPr>
        </p:nvSpPr>
        <p:spPr>
          <a:xfrm>
            <a:off x="217440" y="812880"/>
            <a:ext cx="7122600" cy="4006440"/>
          </a:xfrm>
          <a:prstGeom prst="rect">
            <a:avLst/>
          </a:prstGeom>
          <a:ln w="0">
            <a:noFill/>
          </a:ln>
        </p:spPr>
      </p:sp>
      <p:sp>
        <p:nvSpPr>
          <p:cNvPr id="99" name="PlaceHolder 3"/>
          <p:cNvSpPr>
            <a:spLocks noGrp="1"/>
          </p:cNvSpPr>
          <p:nvPr>
            <p:ph type="body"/>
          </p:nvPr>
        </p:nvSpPr>
        <p:spPr>
          <a:xfrm>
            <a:off x="756000" y="5078520"/>
            <a:ext cx="6045480" cy="4808880"/>
          </a:xfrm>
          <a:prstGeom prst="rect">
            <a:avLst/>
          </a:prstGeom>
          <a:noFill/>
          <a:ln w="0">
            <a:noFill/>
          </a:ln>
        </p:spPr>
        <p:txBody>
          <a:bodyPr lIns="0" rIns="0" tIns="0" bIns="0" anchor="t">
            <a:noAutofit/>
          </a:bodyPr>
          <a:p>
            <a:pPr marL="216000" indent="0">
              <a:lnSpc>
                <a:spcPct val="100000"/>
              </a:lnSpc>
              <a:buNone/>
              <a:tabLst>
                <a:tab algn="l" pos="0"/>
              </a:tabLst>
            </a:pPr>
            <a:r>
              <a:rPr b="0" lang="en-US" sz="2000" strike="noStrike" u="none">
                <a:solidFill>
                  <a:srgbClr val="000000"/>
                </a:solidFill>
                <a:uFillTx/>
                <a:latin typeface="Arial"/>
              </a:rPr>
              <a:t>Blockchain is the future</a:t>
            </a:r>
            <a:endParaRPr b="0" lang="en-US" sz="2000" strike="noStrike" u="none">
              <a:solidFill>
                <a:srgbClr val="000000"/>
              </a:solidFill>
              <a:uFillTx/>
              <a:latin typeface="Arial"/>
            </a:endParaRPr>
          </a:p>
          <a:p>
            <a:pPr marL="216000" indent="0">
              <a:lnSpc>
                <a:spcPct val="100000"/>
              </a:lnSpc>
              <a:buNone/>
              <a:tabLst>
                <a:tab algn="l" pos="0"/>
              </a:tabLst>
            </a:pPr>
            <a:endParaRPr b="0" lang="en-US" sz="2000" strike="noStrike" u="none">
              <a:solidFill>
                <a:srgbClr val="000000"/>
              </a:solidFill>
              <a:uFillTx/>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type="sldNum" idx="31"/>
          </p:nvPr>
        </p:nvSpPr>
        <p:spPr>
          <a:xfrm>
            <a:off x="4278960" y="10157400"/>
            <a:ext cx="3278520" cy="53208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uFillTx/>
                <a:latin typeface="Times New Roman"/>
                <a:ea typeface="DejaVu Sans"/>
              </a:defRPr>
            </a:lvl1pPr>
          </a:lstStyle>
          <a:p>
            <a:pPr indent="0" algn="r">
              <a:lnSpc>
                <a:spcPct val="100000"/>
              </a:lnSpc>
              <a:buNone/>
              <a:tabLst>
                <a:tab algn="l" pos="0"/>
              </a:tabLst>
            </a:pPr>
            <a:fld id="{391C5B11-C43F-4F83-9C1B-5156B9CADE49}" type="slidenum">
              <a:rPr b="0" lang="en-US" sz="1400" strike="noStrike" u="none">
                <a:solidFill>
                  <a:srgbClr val="000000"/>
                </a:solidFill>
                <a:uFillTx/>
                <a:latin typeface="Times New Roman"/>
                <a:ea typeface="DejaVu Sans"/>
              </a:rPr>
              <a:t>&lt;number&gt;</a:t>
            </a:fld>
            <a:endParaRPr b="0" lang="en-US" sz="1400" strike="noStrike" u="none">
              <a:solidFill>
                <a:srgbClr val="000000"/>
              </a:solidFill>
              <a:uFillTx/>
              <a:latin typeface="Times New Roman"/>
            </a:endParaRPr>
          </a:p>
        </p:txBody>
      </p:sp>
      <p:sp>
        <p:nvSpPr>
          <p:cNvPr id="101" name="PlaceHolder 2"/>
          <p:cNvSpPr>
            <a:spLocks noGrp="1"/>
          </p:cNvSpPr>
          <p:nvPr>
            <p:ph type="sldImg"/>
          </p:nvPr>
        </p:nvSpPr>
        <p:spPr>
          <a:xfrm>
            <a:off x="217440" y="812880"/>
            <a:ext cx="7122600" cy="4006440"/>
          </a:xfrm>
          <a:prstGeom prst="rect">
            <a:avLst/>
          </a:prstGeom>
          <a:ln w="0">
            <a:noFill/>
          </a:ln>
        </p:spPr>
      </p:sp>
      <p:sp>
        <p:nvSpPr>
          <p:cNvPr id="102" name="PlaceHolder 3"/>
          <p:cNvSpPr>
            <a:spLocks noGrp="1"/>
          </p:cNvSpPr>
          <p:nvPr>
            <p:ph type="body"/>
          </p:nvPr>
        </p:nvSpPr>
        <p:spPr>
          <a:xfrm>
            <a:off x="756000" y="5078520"/>
            <a:ext cx="6045480" cy="4808880"/>
          </a:xfrm>
          <a:prstGeom prst="rect">
            <a:avLst/>
          </a:prstGeom>
          <a:noFill/>
          <a:ln w="0">
            <a:noFill/>
          </a:ln>
        </p:spPr>
        <p:txBody>
          <a:bodyPr lIns="0" rIns="0" tIns="0" bIns="0" anchor="t">
            <a:noAutofit/>
          </a:bodyPr>
          <a:p>
            <a:pPr marL="216000" indent="0">
              <a:lnSpc>
                <a:spcPct val="100000"/>
              </a:lnSpc>
              <a:buNone/>
              <a:tabLst>
                <a:tab algn="l" pos="0"/>
              </a:tabLst>
            </a:pPr>
            <a:r>
              <a:rPr b="0" lang="en-US" sz="1800" strike="noStrike" u="none">
                <a:solidFill>
                  <a:srgbClr val="000000"/>
                </a:solidFill>
                <a:uFillTx/>
                <a:latin typeface="Arial"/>
              </a:rPr>
              <a:t>Ask for only 2 questions...</a:t>
            </a:r>
            <a:endParaRPr b="0" lang="en-US" sz="1800" strike="noStrike" u="none">
              <a:solidFill>
                <a:srgbClr val="000000"/>
              </a:solidFill>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Blank">
    <p:spTree>
      <p:nvGrpSpPr>
        <p:cNvPr id="1" name=""/>
        <p:cNvGrpSpPr/>
        <p:nvPr/>
      </p:nvGrpSpPr>
      <p:grpSpPr>
        <a:xfrm>
          <a:off x="0" y="0"/>
          <a:ext cx="0" cy="0"/>
          <a:chOff x="0" y="0"/>
          <a:chExt cx="0" cy="0"/>
        </a:xfrm>
      </p:grpSpPr>
      <p:sp>
        <p:nvSpPr>
          <p:cNvPr id="4"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trike="noStrike" u="none">
              <a:solidFill>
                <a:srgbClr val="000000"/>
              </a:solidFill>
              <a:uFillTx/>
              <a:latin typeface="Arial"/>
            </a:endParaRPr>
          </a:p>
        </p:txBody>
      </p:sp>
      <p:sp>
        <p:nvSpPr>
          <p:cNvPr id="5" name="PlaceHolder 2"/>
          <p:cNvSpPr>
            <a:spLocks noGrp="1"/>
          </p:cNvSpPr>
          <p:nvPr>
            <p:ph type="subTitle"/>
          </p:nvPr>
        </p:nvSpPr>
        <p:spPr>
          <a:xfrm>
            <a:off x="504000" y="1326600"/>
            <a:ext cx="9072000" cy="3288600"/>
          </a:xfrm>
          <a:prstGeom prst="rect">
            <a:avLst/>
          </a:prstGeom>
          <a:noFill/>
          <a:ln w="0">
            <a:noFill/>
          </a:ln>
        </p:spPr>
        <p:txBody>
          <a:bodyPr lIns="0" rIns="0" tIns="0" bIns="0" anchor="ctr">
            <a:noAutofit/>
          </a:bodyPr>
          <a:p>
            <a:pPr indent="0" algn="ctr">
              <a:buNone/>
            </a:pPr>
            <a:endParaRPr b="0" lang="en-US" sz="3200" strike="noStrike" u="none">
              <a:solidFill>
                <a:srgbClr val="000000"/>
              </a:solidFill>
              <a:uFillTx/>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1632C127-6342-4136-930A-8C9C3426684A}"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10"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trike="noStrike" u="none">
              <a:solidFill>
                <a:srgbClr val="000000"/>
              </a:solidFill>
              <a:uFillTx/>
              <a:latin typeface="Arial"/>
            </a:endParaRPr>
          </a:p>
        </p:txBody>
      </p:sp>
      <p:sp>
        <p:nvSpPr>
          <p:cNvPr id="11" name="PlaceHolder 2"/>
          <p:cNvSpPr>
            <a:spLocks noGrp="1"/>
          </p:cNvSpPr>
          <p:nvPr>
            <p:ph type="subTitle"/>
          </p:nvPr>
        </p:nvSpPr>
        <p:spPr>
          <a:xfrm>
            <a:off x="504000" y="1326600"/>
            <a:ext cx="9072000" cy="3288600"/>
          </a:xfrm>
          <a:prstGeom prst="rect">
            <a:avLst/>
          </a:prstGeom>
          <a:noFill/>
          <a:ln w="0">
            <a:noFill/>
          </a:ln>
        </p:spPr>
        <p:txBody>
          <a:bodyPr lIns="0" rIns="0" tIns="0" bIns="0" anchor="ctr">
            <a:noAutofit/>
          </a:bodyPr>
          <a:p>
            <a:pPr indent="0" algn="ctr">
              <a:buNone/>
            </a:pPr>
            <a:endParaRPr b="0" lang="en-US" sz="3200" strike="noStrike" u="none">
              <a:solidFill>
                <a:srgbClr val="000000"/>
              </a:solidFill>
              <a:uFillTx/>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AEC3145B-5F3A-44B5-8C74-20E053EA3E7C}"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1">
    <p:spTree>
      <p:nvGrpSpPr>
        <p:cNvPr id="1" name=""/>
        <p:cNvGrpSpPr/>
        <p:nvPr/>
      </p:nvGrpSpPr>
      <p:grpSpPr>
        <a:xfrm>
          <a:off x="0" y="0"/>
          <a:ext cx="0" cy="0"/>
          <a:chOff x="0" y="0"/>
          <a:chExt cx="0" cy="0"/>
        </a:xfrm>
      </p:grpSpPr>
      <p:sp>
        <p:nvSpPr>
          <p:cNvPr id="16"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trike="noStrike" u="none">
              <a:solidFill>
                <a:srgbClr val="000000"/>
              </a:solidFill>
              <a:uFillTx/>
              <a:latin typeface="Arial"/>
            </a:endParaRPr>
          </a:p>
        </p:txBody>
      </p:sp>
      <p:sp>
        <p:nvSpPr>
          <p:cNvPr id="17" name="PlaceHolder 2"/>
          <p:cNvSpPr>
            <a:spLocks noGrp="1"/>
          </p:cNvSpPr>
          <p:nvPr>
            <p:ph type="subTitle"/>
          </p:nvPr>
        </p:nvSpPr>
        <p:spPr>
          <a:xfrm>
            <a:off x="504000" y="1326600"/>
            <a:ext cx="9072000" cy="3288600"/>
          </a:xfrm>
          <a:prstGeom prst="rect">
            <a:avLst/>
          </a:prstGeom>
          <a:noFill/>
          <a:ln w="0">
            <a:noFill/>
          </a:ln>
        </p:spPr>
        <p:txBody>
          <a:bodyPr lIns="0" rIns="0" tIns="0" bIns="0" anchor="ctr">
            <a:noAutofit/>
          </a:bodyPr>
          <a:p>
            <a:pPr indent="0" algn="ctr">
              <a:buNone/>
            </a:pPr>
            <a:endParaRPr b="0" lang="en-US" sz="3200" strike="noStrike" u="none">
              <a:solidFill>
                <a:srgbClr val="000000"/>
              </a:solidFill>
              <a:uFillTx/>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4A5DA6EC-DA66-4CEC-916C-6AB4B3122FA8}" type="slidenum">
              <a:t>&lt;#&gt;</a:t>
            </a:fld>
          </a:p>
        </p:txBody>
      </p:sp>
      <p:sp>
        <p:nvSpPr>
          <p:cNvPr id="6" name="PlaceHolder 5"/>
          <p:cNvSpPr>
            <a:spLocks noGrp="1"/>
          </p:cNvSpPr>
          <p:nvPr>
            <p:ph type="dt" idx="9"/>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2">
    <p:spTree>
      <p:nvGrpSpPr>
        <p:cNvPr id="1" name=""/>
        <p:cNvGrpSpPr/>
        <p:nvPr/>
      </p:nvGrpSpPr>
      <p:grpSpPr>
        <a:xfrm>
          <a:off x="0" y="0"/>
          <a:ext cx="0" cy="0"/>
          <a:chOff x="0" y="0"/>
          <a:chExt cx="0" cy="0"/>
        </a:xfrm>
      </p:grpSpPr>
      <p:sp>
        <p:nvSpPr>
          <p:cNvPr id="23"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trike="noStrike" u="none">
              <a:solidFill>
                <a:srgbClr val="000000"/>
              </a:solidFill>
              <a:uFillTx/>
              <a:latin typeface="Arial"/>
            </a:endParaRPr>
          </a:p>
        </p:txBody>
      </p:sp>
      <p:sp>
        <p:nvSpPr>
          <p:cNvPr id="24" name="PlaceHolder 2"/>
          <p:cNvSpPr>
            <a:spLocks noGrp="1"/>
          </p:cNvSpPr>
          <p:nvPr>
            <p:ph type="subTitle"/>
          </p:nvPr>
        </p:nvSpPr>
        <p:spPr>
          <a:xfrm>
            <a:off x="504000" y="1326600"/>
            <a:ext cx="9072000" cy="3288600"/>
          </a:xfrm>
          <a:prstGeom prst="rect">
            <a:avLst/>
          </a:prstGeom>
          <a:noFill/>
          <a:ln w="0">
            <a:noFill/>
          </a:ln>
        </p:spPr>
        <p:txBody>
          <a:bodyPr lIns="0" rIns="0" tIns="0" bIns="0" anchor="ctr">
            <a:noAutofit/>
          </a:bodyPr>
          <a:p>
            <a:pPr indent="0" algn="ctr">
              <a:buNone/>
            </a:pPr>
            <a:endParaRPr b="0" lang="en-US" sz="3200" strike="noStrike" u="none">
              <a:solidFill>
                <a:srgbClr val="000000"/>
              </a:solidFill>
              <a:uFillTx/>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9402E2D9-EFC6-4006-9655-5F2C81EA0932}" type="slidenum">
              <a:t>&lt;#&gt;</a:t>
            </a:fld>
          </a:p>
        </p:txBody>
      </p:sp>
      <p:sp>
        <p:nvSpPr>
          <p:cNvPr id="6" name="PlaceHolder 5"/>
          <p:cNvSpPr>
            <a:spLocks noGrp="1"/>
          </p:cNvSpPr>
          <p:nvPr>
            <p:ph type="dt" idx="12"/>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
    <p:spTree>
      <p:nvGrpSpPr>
        <p:cNvPr id="1" name=""/>
        <p:cNvGrpSpPr/>
        <p:nvPr/>
      </p:nvGrpSpPr>
      <p:grpSpPr>
        <a:xfrm>
          <a:off x="0" y="0"/>
          <a:ext cx="0" cy="0"/>
          <a:chOff x="0" y="0"/>
          <a:chExt cx="0" cy="0"/>
        </a:xfrm>
      </p:grpSpPr>
      <p:sp>
        <p:nvSpPr>
          <p:cNvPr id="2" name="PlaceHolder 1"/>
          <p:cNvSpPr>
            <a:spLocks noGrp="1"/>
          </p:cNvSpPr>
          <p:nvPr>
            <p:ph type="ftr" idx="10"/>
          </p:nvPr>
        </p:nvSpPr>
        <p:spPr/>
        <p:txBody>
          <a:bodyPr/>
          <a:p>
            <a:r>
              <a:t>Footer</a:t>
            </a:r>
          </a:p>
        </p:txBody>
      </p:sp>
      <p:sp>
        <p:nvSpPr>
          <p:cNvPr id="3" name="PlaceHolder 2"/>
          <p:cNvSpPr>
            <a:spLocks noGrp="1"/>
          </p:cNvSpPr>
          <p:nvPr>
            <p:ph type="sldNum" idx="11"/>
          </p:nvPr>
        </p:nvSpPr>
        <p:spPr/>
        <p:txBody>
          <a:bodyPr/>
          <a:p>
            <a:fld id="{B66394A9-DBF1-4F12-B66B-5ED826934B0A}" type="slidenum">
              <a:t>&lt;#&gt;</a:t>
            </a:fld>
          </a:p>
        </p:txBody>
      </p:sp>
      <p:sp>
        <p:nvSpPr>
          <p:cNvPr id="4" name="PlaceHolder 3"/>
          <p:cNvSpPr>
            <a:spLocks noGrp="1"/>
          </p:cNvSpPr>
          <p:nvPr>
            <p:ph type="dt" idx="12"/>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3">
    <p:spTree>
      <p:nvGrpSpPr>
        <p:cNvPr id="1" name=""/>
        <p:cNvGrpSpPr/>
        <p:nvPr/>
      </p:nvGrpSpPr>
      <p:grpSpPr>
        <a:xfrm>
          <a:off x="0" y="0"/>
          <a:ext cx="0" cy="0"/>
          <a:chOff x="0" y="0"/>
          <a:chExt cx="0" cy="0"/>
        </a:xfrm>
      </p:grpSpPr>
      <p:sp>
        <p:nvSpPr>
          <p:cNvPr id="30"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trike="noStrike" u="none">
              <a:solidFill>
                <a:srgbClr val="000000"/>
              </a:solidFill>
              <a:uFillTx/>
              <a:latin typeface="Arial"/>
            </a:endParaRPr>
          </a:p>
        </p:txBody>
      </p:sp>
      <p:sp>
        <p:nvSpPr>
          <p:cNvPr id="31" name="PlaceHolder 2"/>
          <p:cNvSpPr>
            <a:spLocks noGrp="1"/>
          </p:cNvSpPr>
          <p:nvPr>
            <p:ph type="subTitle"/>
          </p:nvPr>
        </p:nvSpPr>
        <p:spPr>
          <a:xfrm>
            <a:off x="504000" y="1326600"/>
            <a:ext cx="9072000" cy="3288600"/>
          </a:xfrm>
          <a:prstGeom prst="rect">
            <a:avLst/>
          </a:prstGeom>
          <a:noFill/>
          <a:ln w="0">
            <a:noFill/>
          </a:ln>
        </p:spPr>
        <p:txBody>
          <a:bodyPr lIns="0" rIns="0" tIns="0" bIns="0" anchor="ctr">
            <a:noAutofit/>
          </a:bodyPr>
          <a:p>
            <a:pPr indent="0" algn="ctr">
              <a:buNone/>
            </a:pPr>
            <a:endParaRPr b="0" lang="en-US" sz="3200" strike="noStrike" u="none">
              <a:solidFill>
                <a:srgbClr val="000000"/>
              </a:solidFill>
              <a:uFillTx/>
              <a:latin typeface="Arial"/>
            </a:endParaRPr>
          </a:p>
        </p:txBody>
      </p:sp>
      <p:sp>
        <p:nvSpPr>
          <p:cNvPr id="4" name="PlaceHolder 3"/>
          <p:cNvSpPr>
            <a:spLocks noGrp="1"/>
          </p:cNvSpPr>
          <p:nvPr>
            <p:ph type="ftr" idx="13"/>
          </p:nvPr>
        </p:nvSpPr>
        <p:spPr/>
        <p:txBody>
          <a:bodyPr/>
          <a:p>
            <a:r>
              <a:t>Footer</a:t>
            </a:r>
          </a:p>
        </p:txBody>
      </p:sp>
      <p:sp>
        <p:nvSpPr>
          <p:cNvPr id="5" name="PlaceHolder 4"/>
          <p:cNvSpPr>
            <a:spLocks noGrp="1"/>
          </p:cNvSpPr>
          <p:nvPr>
            <p:ph type="sldNum" idx="14"/>
          </p:nvPr>
        </p:nvSpPr>
        <p:spPr/>
        <p:txBody>
          <a:bodyPr/>
          <a:p>
            <a:fld id="{EEC8624B-6CAE-4097-9BE8-7BCEACFF6644}" type="slidenum">
              <a:t>&lt;#&gt;</a:t>
            </a:fld>
          </a:p>
        </p:txBody>
      </p:sp>
      <p:sp>
        <p:nvSpPr>
          <p:cNvPr id="6" name="PlaceHolder 5"/>
          <p:cNvSpPr>
            <a:spLocks noGrp="1"/>
          </p:cNvSpPr>
          <p:nvPr>
            <p:ph type="dt" idx="15"/>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Relationship Id="rId3" Type="http://schemas.openxmlformats.org/officeDocument/2006/relationships/slideLayout" Target="../slideLayouts/slideLayout5.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trike="noStrike" u="none">
                <a:solidFill>
                  <a:srgbClr val="000000"/>
                </a:solidFill>
                <a:uFillTx/>
                <a:latin typeface="Arial"/>
              </a:rPr>
              <a:t>Click to edit the title text format</a:t>
            </a:r>
            <a:endParaRPr b="0" lang="en-US" sz="1800" strike="noStrike" u="none">
              <a:solidFill>
                <a:srgbClr val="000000"/>
              </a:solidFill>
              <a:uFillTx/>
              <a:latin typeface="Arial"/>
            </a:endParaRPr>
          </a:p>
        </p:txBody>
      </p:sp>
      <p:sp>
        <p:nvSpPr>
          <p:cNvPr id="1" name="PlaceHolder 2"/>
          <p:cNvSpPr>
            <a:spLocks noGrp="1"/>
          </p:cNvSpPr>
          <p:nvPr>
            <p:ph type="ftr" idx="1"/>
          </p:nvPr>
        </p:nvSpPr>
        <p:spPr>
          <a:xfrm>
            <a:off x="3447360" y="5165280"/>
            <a:ext cx="3192840" cy="3884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uFillTx/>
                <a:latin typeface="Times New Roman"/>
              </a:defRPr>
            </a:lvl1pPr>
          </a:lstStyle>
          <a:p>
            <a:pPr indent="0" algn="ctr">
              <a:lnSpc>
                <a:spcPct val="100000"/>
              </a:lnSpc>
              <a:buNone/>
              <a:tabLst>
                <a:tab algn="l" pos="0"/>
              </a:tabLst>
            </a:pPr>
            <a:r>
              <a:rPr b="0" lang="en-US" sz="1400" strike="noStrike" u="none">
                <a:solidFill>
                  <a:srgbClr val="000000"/>
                </a:solidFill>
                <a:uFillTx/>
                <a:latin typeface="Times New Roman"/>
              </a:rPr>
              <a:t> </a:t>
            </a:r>
            <a:endParaRPr b="0" lang="en-US" sz="1400" strike="noStrike" u="none">
              <a:solidFill>
                <a:srgbClr val="000000"/>
              </a:solidFill>
              <a:uFillTx/>
              <a:latin typeface="Times New Roman"/>
            </a:endParaRPr>
          </a:p>
        </p:txBody>
      </p:sp>
      <p:sp>
        <p:nvSpPr>
          <p:cNvPr id="2" name="PlaceHolder 3"/>
          <p:cNvSpPr>
            <a:spLocks noGrp="1"/>
          </p:cNvSpPr>
          <p:nvPr>
            <p:ph type="sldNum" idx="2"/>
          </p:nvPr>
        </p:nvSpPr>
        <p:spPr>
          <a:xfrm>
            <a:off x="7227360" y="5165280"/>
            <a:ext cx="2346120" cy="388440"/>
          </a:xfrm>
          <a:prstGeom prst="rect">
            <a:avLst/>
          </a:prstGeom>
          <a:noFill/>
          <a:ln w="0">
            <a:noFill/>
          </a:ln>
        </p:spPr>
        <p:txBody>
          <a:bodyPr lIns="0" rIns="0" tIns="0" bIns="0" anchor="t">
            <a:noAutofit/>
          </a:bodyPr>
          <a:lstStyle>
            <a:lvl1pPr indent="0" algn="r" defTabSz="914400">
              <a:lnSpc>
                <a:spcPct val="100000"/>
              </a:lnSpc>
              <a:buNone/>
              <a:tabLst>
                <a:tab algn="l" pos="0"/>
              </a:tabLst>
              <a:defRPr b="0" lang="en-US" sz="1400" strike="noStrike" u="none">
                <a:solidFill>
                  <a:schemeClr val="dk1"/>
                </a:solidFill>
                <a:uFillTx/>
                <a:latin typeface="Times New Roman"/>
                <a:ea typeface="DejaVu Sans"/>
              </a:defRPr>
            </a:lvl1pPr>
          </a:lstStyle>
          <a:p>
            <a:pPr indent="0" algn="r" defTabSz="914400">
              <a:lnSpc>
                <a:spcPct val="100000"/>
              </a:lnSpc>
              <a:buNone/>
              <a:tabLst>
                <a:tab algn="l" pos="0"/>
              </a:tabLst>
            </a:pPr>
            <a:fld id="{63D5B2D5-48B2-4422-9060-E51A3780C615}" type="slidenum">
              <a:rPr b="0" lang="en-US" sz="1400" strike="noStrike" u="none">
                <a:solidFill>
                  <a:schemeClr val="dk1"/>
                </a:solidFill>
                <a:uFillTx/>
                <a:latin typeface="Times New Roman"/>
                <a:ea typeface="DejaVu Sans"/>
              </a:rPr>
              <a:t>8</a:t>
            </a:fld>
            <a:endParaRPr b="0" lang="en-US" sz="1400" strike="noStrike" u="none">
              <a:solidFill>
                <a:srgbClr val="000000"/>
              </a:solidFill>
              <a:uFillTx/>
              <a:latin typeface="Times New Roman"/>
            </a:endParaRPr>
          </a:p>
        </p:txBody>
      </p:sp>
      <p:sp>
        <p:nvSpPr>
          <p:cNvPr id="3" name="PlaceHolder 4"/>
          <p:cNvSpPr>
            <a:spLocks noGrp="1"/>
          </p:cNvSpPr>
          <p:nvPr>
            <p:ph type="dt" idx="3"/>
          </p:nvPr>
        </p:nvSpPr>
        <p:spPr>
          <a:xfrm>
            <a:off x="504000" y="5165280"/>
            <a:ext cx="2346120" cy="388440"/>
          </a:xfrm>
          <a:prstGeom prst="rect">
            <a:avLst/>
          </a:prstGeom>
          <a:noFill/>
          <a:ln w="0">
            <a:noFill/>
          </a:ln>
        </p:spPr>
        <p:txBody>
          <a:bodyPr lIns="0" rIns="0" tIns="0" bIns="0" anchor="t">
            <a:noAutofit/>
          </a:bodyPr>
          <a:lstStyle>
            <a:lvl1pPr indent="0">
              <a:buNone/>
              <a:defRPr b="0" lang="en-US" sz="1400" strike="noStrike" u="none">
                <a:solidFill>
                  <a:srgbClr val="000000"/>
                </a:solidFill>
                <a:uFillTx/>
                <a:latin typeface="Times New Roman"/>
              </a:defRPr>
            </a:lvl1pPr>
          </a:lstStyle>
          <a:p>
            <a:pPr indent="0">
              <a:buNone/>
            </a:pPr>
            <a:r>
              <a:rPr b="0" lang="en-US" sz="1400" strike="noStrike" u="none">
                <a:solidFill>
                  <a:srgbClr val="000000"/>
                </a:solidFill>
                <a:uFillTx/>
                <a:latin typeface="Times New Roman"/>
              </a:rPr>
              <a:t> </a:t>
            </a:r>
            <a:endParaRPr b="0" lang="en-US"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trike="noStrike" u="none">
                <a:solidFill>
                  <a:srgbClr val="000000"/>
                </a:solidFill>
                <a:uFillTx/>
                <a:latin typeface="Arial"/>
              </a:rPr>
              <a:t>Click to edit the title text format</a:t>
            </a:r>
            <a:endParaRPr b="0" lang="en-US" sz="1800" strike="noStrike" u="none">
              <a:solidFill>
                <a:srgbClr val="000000"/>
              </a:solidFill>
              <a:uFillTx/>
              <a:latin typeface="Arial"/>
            </a:endParaRPr>
          </a:p>
        </p:txBody>
      </p:sp>
      <p:sp>
        <p:nvSpPr>
          <p:cNvPr id="7" name="PlaceHolder 2"/>
          <p:cNvSpPr>
            <a:spLocks noGrp="1"/>
          </p:cNvSpPr>
          <p:nvPr>
            <p:ph type="ftr" idx="4"/>
          </p:nvPr>
        </p:nvSpPr>
        <p:spPr>
          <a:xfrm>
            <a:off x="3447360" y="5165280"/>
            <a:ext cx="3192840" cy="3884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uFillTx/>
                <a:latin typeface="Times New Roman"/>
              </a:defRPr>
            </a:lvl1pPr>
          </a:lstStyle>
          <a:p>
            <a:pPr indent="0" algn="ctr">
              <a:lnSpc>
                <a:spcPct val="100000"/>
              </a:lnSpc>
              <a:buNone/>
              <a:tabLst>
                <a:tab algn="l" pos="0"/>
              </a:tabLst>
            </a:pPr>
            <a:r>
              <a:rPr b="0" lang="en-US" sz="1400" strike="noStrike" u="none">
                <a:solidFill>
                  <a:srgbClr val="000000"/>
                </a:solidFill>
                <a:uFillTx/>
                <a:latin typeface="Times New Roman"/>
              </a:rPr>
              <a:t> </a:t>
            </a:r>
            <a:endParaRPr b="0" lang="en-US" sz="1400" strike="noStrike" u="none">
              <a:solidFill>
                <a:srgbClr val="000000"/>
              </a:solidFill>
              <a:uFillTx/>
              <a:latin typeface="Times New Roman"/>
            </a:endParaRPr>
          </a:p>
        </p:txBody>
      </p:sp>
      <p:sp>
        <p:nvSpPr>
          <p:cNvPr id="8" name="PlaceHolder 3"/>
          <p:cNvSpPr>
            <a:spLocks noGrp="1"/>
          </p:cNvSpPr>
          <p:nvPr>
            <p:ph type="sldNum" idx="5"/>
          </p:nvPr>
        </p:nvSpPr>
        <p:spPr>
          <a:xfrm>
            <a:off x="7227360" y="5165280"/>
            <a:ext cx="2346120" cy="388440"/>
          </a:xfrm>
          <a:prstGeom prst="rect">
            <a:avLst/>
          </a:prstGeom>
          <a:noFill/>
          <a:ln w="0">
            <a:noFill/>
          </a:ln>
        </p:spPr>
        <p:txBody>
          <a:bodyPr lIns="0" rIns="0" tIns="0" bIns="0" anchor="t">
            <a:noAutofit/>
          </a:bodyPr>
          <a:lstStyle>
            <a:lvl1pPr indent="0" algn="r" defTabSz="914400">
              <a:lnSpc>
                <a:spcPct val="100000"/>
              </a:lnSpc>
              <a:buNone/>
              <a:tabLst>
                <a:tab algn="l" pos="0"/>
              </a:tabLst>
              <a:defRPr b="0" lang="en-US" sz="1400" strike="noStrike" u="none">
                <a:solidFill>
                  <a:schemeClr val="dk1"/>
                </a:solidFill>
                <a:uFillTx/>
                <a:latin typeface="Times New Roman"/>
                <a:ea typeface="DejaVu Sans"/>
              </a:defRPr>
            </a:lvl1pPr>
          </a:lstStyle>
          <a:p>
            <a:pPr indent="0" algn="r" defTabSz="914400">
              <a:lnSpc>
                <a:spcPct val="100000"/>
              </a:lnSpc>
              <a:buNone/>
              <a:tabLst>
                <a:tab algn="l" pos="0"/>
              </a:tabLst>
            </a:pPr>
            <a:fld id="{89198B63-7968-4063-872D-B999450C6E2F}" type="slidenum">
              <a:rPr b="0" lang="en-US" sz="1400" strike="noStrike" u="none">
                <a:solidFill>
                  <a:schemeClr val="dk1"/>
                </a:solidFill>
                <a:uFillTx/>
                <a:latin typeface="Times New Roman"/>
                <a:ea typeface="DejaVu Sans"/>
              </a:rPr>
              <a:t>1</a:t>
            </a:fld>
            <a:endParaRPr b="0" lang="en-US" sz="1400" strike="noStrike" u="none">
              <a:solidFill>
                <a:srgbClr val="000000"/>
              </a:solidFill>
              <a:uFillTx/>
              <a:latin typeface="Times New Roman"/>
            </a:endParaRPr>
          </a:p>
        </p:txBody>
      </p:sp>
      <p:sp>
        <p:nvSpPr>
          <p:cNvPr id="9" name="PlaceHolder 4"/>
          <p:cNvSpPr>
            <a:spLocks noGrp="1"/>
          </p:cNvSpPr>
          <p:nvPr>
            <p:ph type="dt" idx="6"/>
          </p:nvPr>
        </p:nvSpPr>
        <p:spPr>
          <a:xfrm>
            <a:off x="504000" y="5165280"/>
            <a:ext cx="2346120" cy="388440"/>
          </a:xfrm>
          <a:prstGeom prst="rect">
            <a:avLst/>
          </a:prstGeom>
          <a:noFill/>
          <a:ln w="0">
            <a:noFill/>
          </a:ln>
        </p:spPr>
        <p:txBody>
          <a:bodyPr lIns="0" rIns="0" tIns="0" bIns="0" anchor="t">
            <a:noAutofit/>
          </a:bodyPr>
          <a:lstStyle>
            <a:lvl1pPr indent="0">
              <a:buNone/>
              <a:defRPr b="0" lang="en-US" sz="1400" strike="noStrike" u="none">
                <a:solidFill>
                  <a:srgbClr val="000000"/>
                </a:solidFill>
                <a:uFillTx/>
                <a:latin typeface="Times New Roman"/>
              </a:defRPr>
            </a:lvl1pPr>
          </a:lstStyle>
          <a:p>
            <a:pPr indent="0">
              <a:buNone/>
            </a:pPr>
            <a:r>
              <a:rPr b="0" lang="en-US" sz="1400" strike="noStrike" u="none">
                <a:solidFill>
                  <a:srgbClr val="000000"/>
                </a:solidFill>
                <a:uFillTx/>
                <a:latin typeface="Times New Roman"/>
              </a:rPr>
              <a:t> </a:t>
            </a:r>
            <a:endParaRPr b="0" lang="en-US"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trike="noStrike" u="none">
                <a:solidFill>
                  <a:srgbClr val="000000"/>
                </a:solidFill>
                <a:uFillTx/>
                <a:latin typeface="Arial"/>
              </a:rPr>
              <a:t>Click to edit the title text format</a:t>
            </a:r>
            <a:endParaRPr b="0" lang="en-US" sz="1800" strike="noStrike" u="none">
              <a:solidFill>
                <a:srgbClr val="000000"/>
              </a:solidFill>
              <a:uFillTx/>
              <a:latin typeface="Arial"/>
            </a:endParaRPr>
          </a:p>
        </p:txBody>
      </p:sp>
      <p:sp>
        <p:nvSpPr>
          <p:cNvPr id="13" name="PlaceHolder 2"/>
          <p:cNvSpPr>
            <a:spLocks noGrp="1"/>
          </p:cNvSpPr>
          <p:nvPr>
            <p:ph type="ftr" idx="7"/>
          </p:nvPr>
        </p:nvSpPr>
        <p:spPr>
          <a:xfrm>
            <a:off x="3447360" y="5165280"/>
            <a:ext cx="3192840" cy="3884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uFillTx/>
                <a:latin typeface="Times New Roman"/>
              </a:defRPr>
            </a:lvl1pPr>
          </a:lstStyle>
          <a:p>
            <a:pPr indent="0" algn="ctr">
              <a:lnSpc>
                <a:spcPct val="100000"/>
              </a:lnSpc>
              <a:buNone/>
              <a:tabLst>
                <a:tab algn="l" pos="0"/>
              </a:tabLst>
            </a:pPr>
            <a:r>
              <a:rPr b="0" lang="en-US" sz="1400" strike="noStrike" u="none">
                <a:solidFill>
                  <a:srgbClr val="000000"/>
                </a:solidFill>
                <a:uFillTx/>
                <a:latin typeface="Times New Roman"/>
              </a:rPr>
              <a:t> </a:t>
            </a:r>
            <a:endParaRPr b="0" lang="en-US" sz="1400" strike="noStrike" u="none">
              <a:solidFill>
                <a:srgbClr val="000000"/>
              </a:solidFill>
              <a:uFillTx/>
              <a:latin typeface="Times New Roman"/>
            </a:endParaRPr>
          </a:p>
        </p:txBody>
      </p:sp>
      <p:sp>
        <p:nvSpPr>
          <p:cNvPr id="14" name="PlaceHolder 3"/>
          <p:cNvSpPr>
            <a:spLocks noGrp="1"/>
          </p:cNvSpPr>
          <p:nvPr>
            <p:ph type="sldNum" idx="8"/>
          </p:nvPr>
        </p:nvSpPr>
        <p:spPr>
          <a:xfrm>
            <a:off x="7227360" y="5165280"/>
            <a:ext cx="2346120" cy="388440"/>
          </a:xfrm>
          <a:prstGeom prst="rect">
            <a:avLst/>
          </a:prstGeom>
          <a:noFill/>
          <a:ln w="0">
            <a:noFill/>
          </a:ln>
        </p:spPr>
        <p:txBody>
          <a:bodyPr lIns="0" rIns="0" tIns="0" bIns="0" anchor="t">
            <a:noAutofit/>
          </a:bodyPr>
          <a:lstStyle>
            <a:lvl1pPr indent="0" algn="r" defTabSz="914400">
              <a:lnSpc>
                <a:spcPct val="100000"/>
              </a:lnSpc>
              <a:buNone/>
              <a:tabLst>
                <a:tab algn="l" pos="0"/>
              </a:tabLst>
              <a:defRPr b="0" lang="en-US" sz="1400" strike="noStrike" u="none">
                <a:solidFill>
                  <a:schemeClr val="dk1"/>
                </a:solidFill>
                <a:uFillTx/>
                <a:latin typeface="Times New Roman"/>
                <a:ea typeface="DejaVu Sans"/>
              </a:defRPr>
            </a:lvl1pPr>
          </a:lstStyle>
          <a:p>
            <a:pPr indent="0" algn="r" defTabSz="914400">
              <a:lnSpc>
                <a:spcPct val="100000"/>
              </a:lnSpc>
              <a:buNone/>
              <a:tabLst>
                <a:tab algn="l" pos="0"/>
              </a:tabLst>
            </a:pPr>
            <a:fld id="{D1A37F2F-042E-4343-AD9B-ACDBF7B20A55}" type="slidenum">
              <a:rPr b="0" lang="en-US" sz="1400" strike="noStrike" u="none">
                <a:solidFill>
                  <a:schemeClr val="dk1"/>
                </a:solidFill>
                <a:uFillTx/>
                <a:latin typeface="Times New Roman"/>
                <a:ea typeface="DejaVu Sans"/>
              </a:rPr>
              <a:t>1</a:t>
            </a:fld>
            <a:endParaRPr b="0" lang="en-US" sz="1400" strike="noStrike" u="none">
              <a:solidFill>
                <a:srgbClr val="000000"/>
              </a:solidFill>
              <a:uFillTx/>
              <a:latin typeface="Times New Roman"/>
            </a:endParaRPr>
          </a:p>
        </p:txBody>
      </p:sp>
      <p:sp>
        <p:nvSpPr>
          <p:cNvPr id="15" name="PlaceHolder 4"/>
          <p:cNvSpPr>
            <a:spLocks noGrp="1"/>
          </p:cNvSpPr>
          <p:nvPr>
            <p:ph type="dt" idx="9"/>
          </p:nvPr>
        </p:nvSpPr>
        <p:spPr>
          <a:xfrm>
            <a:off x="504000" y="5165280"/>
            <a:ext cx="2346120" cy="388440"/>
          </a:xfrm>
          <a:prstGeom prst="rect">
            <a:avLst/>
          </a:prstGeom>
          <a:noFill/>
          <a:ln w="0">
            <a:noFill/>
          </a:ln>
        </p:spPr>
        <p:txBody>
          <a:bodyPr lIns="0" rIns="0" tIns="0" bIns="0" anchor="t">
            <a:noAutofit/>
          </a:bodyPr>
          <a:lstStyle>
            <a:lvl1pPr indent="0">
              <a:buNone/>
              <a:defRPr b="0" lang="en-US" sz="1400" strike="noStrike" u="none">
                <a:solidFill>
                  <a:srgbClr val="000000"/>
                </a:solidFill>
                <a:uFillTx/>
                <a:latin typeface="Times New Roman"/>
              </a:defRPr>
            </a:lvl1pPr>
          </a:lstStyle>
          <a:p>
            <a:pPr indent="0">
              <a:buNone/>
            </a:pPr>
            <a:r>
              <a:rPr b="0" lang="en-US" sz="1400" strike="noStrike" u="none">
                <a:solidFill>
                  <a:srgbClr val="000000"/>
                </a:solidFill>
                <a:uFillTx/>
                <a:latin typeface="Times New Roman"/>
              </a:rPr>
              <a:t> </a:t>
            </a:r>
            <a:endParaRPr b="0" lang="en-US"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 name="PlaceHolder 1"/>
          <p:cNvSpPr>
            <a:spLocks noGrp="1"/>
          </p:cNvSpPr>
          <p:nvPr>
            <p:ph type="ftr" idx="10"/>
          </p:nvPr>
        </p:nvSpPr>
        <p:spPr>
          <a:xfrm>
            <a:off x="3447360" y="5165280"/>
            <a:ext cx="3192840" cy="3884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uFillTx/>
                <a:latin typeface="Times New Roman"/>
              </a:defRPr>
            </a:lvl1pPr>
          </a:lstStyle>
          <a:p>
            <a:pPr indent="0" algn="ctr">
              <a:lnSpc>
                <a:spcPct val="100000"/>
              </a:lnSpc>
              <a:buNone/>
              <a:tabLst>
                <a:tab algn="l" pos="0"/>
              </a:tabLst>
            </a:pPr>
            <a:r>
              <a:rPr b="0" lang="en-US" sz="1400" strike="noStrike" u="none">
                <a:solidFill>
                  <a:srgbClr val="000000"/>
                </a:solidFill>
                <a:uFillTx/>
                <a:latin typeface="Times New Roman"/>
              </a:rPr>
              <a:t> </a:t>
            </a:r>
            <a:endParaRPr b="0" lang="en-US" sz="1400" strike="noStrike" u="none">
              <a:solidFill>
                <a:srgbClr val="000000"/>
              </a:solidFill>
              <a:uFillTx/>
              <a:latin typeface="Times New Roman"/>
            </a:endParaRPr>
          </a:p>
        </p:txBody>
      </p:sp>
      <p:sp>
        <p:nvSpPr>
          <p:cNvPr id="19" name="PlaceHolder 2"/>
          <p:cNvSpPr>
            <a:spLocks noGrp="1"/>
          </p:cNvSpPr>
          <p:nvPr>
            <p:ph type="sldNum" idx="11"/>
          </p:nvPr>
        </p:nvSpPr>
        <p:spPr>
          <a:xfrm>
            <a:off x="7227360" y="5165280"/>
            <a:ext cx="2346120" cy="388440"/>
          </a:xfrm>
          <a:prstGeom prst="rect">
            <a:avLst/>
          </a:prstGeom>
          <a:noFill/>
          <a:ln w="0">
            <a:noFill/>
          </a:ln>
        </p:spPr>
        <p:txBody>
          <a:bodyPr lIns="0" rIns="0" tIns="0" bIns="0" anchor="t">
            <a:noAutofit/>
          </a:bodyPr>
          <a:lstStyle>
            <a:lvl1pPr indent="0" algn="r" defTabSz="914400">
              <a:lnSpc>
                <a:spcPct val="100000"/>
              </a:lnSpc>
              <a:buNone/>
              <a:tabLst>
                <a:tab algn="l" pos="0"/>
              </a:tabLst>
              <a:defRPr b="0" lang="en-US" sz="1400" strike="noStrike" u="none">
                <a:solidFill>
                  <a:schemeClr val="dk1"/>
                </a:solidFill>
                <a:uFillTx/>
                <a:latin typeface="Times New Roman"/>
                <a:ea typeface="DejaVu Sans"/>
              </a:defRPr>
            </a:lvl1pPr>
          </a:lstStyle>
          <a:p>
            <a:pPr indent="0" algn="r" defTabSz="914400">
              <a:lnSpc>
                <a:spcPct val="100000"/>
              </a:lnSpc>
              <a:buNone/>
              <a:tabLst>
                <a:tab algn="l" pos="0"/>
              </a:tabLst>
            </a:pPr>
            <a:fld id="{77253308-3622-48DE-A156-499D32B4743B}" type="slidenum">
              <a:rPr b="0" lang="en-US" sz="1400" strike="noStrike" u="none">
                <a:solidFill>
                  <a:schemeClr val="dk1"/>
                </a:solidFill>
                <a:uFillTx/>
                <a:latin typeface="Times New Roman"/>
                <a:ea typeface="DejaVu Sans"/>
              </a:rPr>
              <a:t>1</a:t>
            </a:fld>
            <a:endParaRPr b="0" lang="en-US" sz="1400" strike="noStrike" u="none">
              <a:solidFill>
                <a:srgbClr val="000000"/>
              </a:solidFill>
              <a:uFillTx/>
              <a:latin typeface="Times New Roman"/>
            </a:endParaRPr>
          </a:p>
        </p:txBody>
      </p:sp>
      <p:sp>
        <p:nvSpPr>
          <p:cNvPr id="20" name="PlaceHolder 3"/>
          <p:cNvSpPr>
            <a:spLocks noGrp="1"/>
          </p:cNvSpPr>
          <p:nvPr>
            <p:ph type="dt" idx="12"/>
          </p:nvPr>
        </p:nvSpPr>
        <p:spPr>
          <a:xfrm>
            <a:off x="504000" y="5165280"/>
            <a:ext cx="2346120" cy="388440"/>
          </a:xfrm>
          <a:prstGeom prst="rect">
            <a:avLst/>
          </a:prstGeom>
          <a:noFill/>
          <a:ln w="0">
            <a:noFill/>
          </a:ln>
        </p:spPr>
        <p:txBody>
          <a:bodyPr lIns="0" rIns="0" tIns="0" bIns="0" anchor="t">
            <a:noAutofit/>
          </a:bodyPr>
          <a:lstStyle>
            <a:lvl1pPr indent="0">
              <a:buNone/>
              <a:defRPr b="0" lang="en-US" sz="1400" strike="noStrike" u="none">
                <a:solidFill>
                  <a:srgbClr val="000000"/>
                </a:solidFill>
                <a:uFillTx/>
                <a:latin typeface="Times New Roman"/>
              </a:defRPr>
            </a:lvl1pPr>
          </a:lstStyle>
          <a:p>
            <a:pPr indent="0">
              <a:buNone/>
            </a:pPr>
            <a:r>
              <a:rPr b="0" lang="en-US" sz="1400" strike="noStrike" u="none">
                <a:solidFill>
                  <a:srgbClr val="000000"/>
                </a:solidFill>
                <a:uFillTx/>
                <a:latin typeface="Times New Roman"/>
              </a:rPr>
              <a:t> </a:t>
            </a:r>
            <a:endParaRPr b="0" lang="en-US" sz="1400" strike="noStrike" u="none">
              <a:solidFill>
                <a:srgbClr val="000000"/>
              </a:solidFill>
              <a:uFillTx/>
              <a:latin typeface="Times New Roman"/>
            </a:endParaRPr>
          </a:p>
        </p:txBody>
      </p:sp>
      <p:sp>
        <p:nvSpPr>
          <p:cNvPr id="21" name="PlaceHolder 4"/>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r>
              <a:rPr b="0" lang="en-US" sz="4400" strike="noStrike" u="none">
                <a:solidFill>
                  <a:srgbClr val="000000"/>
                </a:solidFill>
                <a:uFillTx/>
                <a:latin typeface="Arial"/>
              </a:rPr>
              <a:t>Click to edit the title text format</a:t>
            </a:r>
            <a:endParaRPr b="0" lang="en-US" sz="4400" strike="noStrike" u="none">
              <a:solidFill>
                <a:srgbClr val="000000"/>
              </a:solidFill>
              <a:uFillTx/>
              <a:latin typeface="Arial"/>
            </a:endParaRPr>
          </a:p>
        </p:txBody>
      </p:sp>
      <p:sp>
        <p:nvSpPr>
          <p:cNvPr id="22" name="PlaceHolder 5"/>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uFillTx/>
                <a:latin typeface="Arial"/>
              </a:rPr>
              <a:t>Click to edit the outline text format</a:t>
            </a:r>
            <a:endParaRPr b="0" lang="en-US" sz="3200" strike="noStrike" u="none">
              <a:solidFill>
                <a:srgbClr val="000000"/>
              </a:solidFill>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uFillTx/>
                <a:latin typeface="Arial"/>
              </a:rPr>
              <a:t>Second Outline Level</a:t>
            </a:r>
            <a:endParaRPr b="0" lang="en-US" sz="2800" strike="noStrike" u="none">
              <a:solidFill>
                <a:srgbClr val="000000"/>
              </a:solidFill>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uFillTx/>
                <a:latin typeface="Arial"/>
              </a:rPr>
              <a:t>Third Outline Level</a:t>
            </a:r>
            <a:endParaRPr b="0" lang="en-US" sz="2400" strike="noStrike" u="none">
              <a:solidFill>
                <a:srgbClr val="000000"/>
              </a:solidFill>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uFillTx/>
                <a:latin typeface="Arial"/>
              </a:rPr>
              <a:t>Fourth Outline Level</a:t>
            </a:r>
            <a:endParaRPr b="0" lang="en-US" sz="2000" strike="noStrike" u="none">
              <a:solidFill>
                <a:srgbClr val="000000"/>
              </a:solidFill>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uFillTx/>
                <a:latin typeface="Arial"/>
              </a:rPr>
              <a:t>Fifth Outline Level</a:t>
            </a:r>
            <a:endParaRPr b="0" lang="en-US" sz="2000" strike="noStrike" u="none">
              <a:solidFill>
                <a:srgbClr val="000000"/>
              </a:solidFill>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uFillTx/>
                <a:latin typeface="Arial"/>
              </a:rPr>
              <a:t>Sixth Outline Level</a:t>
            </a:r>
            <a:endParaRPr b="0" lang="en-US" sz="2000" strike="noStrike" u="none">
              <a:solidFill>
                <a:srgbClr val="000000"/>
              </a:solidFill>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uFillTx/>
                <a:latin typeface="Arial"/>
              </a:rPr>
              <a:t>Seventh Outline Level</a:t>
            </a:r>
            <a:endParaRPr b="0" lang="en-US" sz="2000" strike="noStrike" u="none">
              <a:solidFill>
                <a:srgbClr val="000000"/>
              </a:solidFill>
              <a:uFillTx/>
              <a:latin typeface="Arial"/>
            </a:endParaRPr>
          </a:p>
        </p:txBody>
      </p:sp>
    </p:spTree>
  </p:cSld>
  <p:clrMap bg1="lt1" tx1="dk1" bg2="lt2" tx2="dk2" accent1="accent1" accent2="accent2" accent3="accent3" accent4="accent4" accent5="accent5" accent6="accent6" hlink="hlink" folHlink="folHlink"/>
  <p:sldLayoutIdLst>
    <p:sldLayoutId id="2147483655" r:id="rId2"/>
    <p:sldLayoutId id="2147483656"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trike="noStrike" u="none">
                <a:solidFill>
                  <a:srgbClr val="000000"/>
                </a:solidFill>
                <a:uFillTx/>
                <a:latin typeface="Arial"/>
              </a:rPr>
              <a:t>Click to edit the title text format</a:t>
            </a:r>
            <a:endParaRPr b="0" lang="en-US" sz="1800" strike="noStrike" u="none">
              <a:solidFill>
                <a:srgbClr val="000000"/>
              </a:solidFill>
              <a:uFillTx/>
              <a:latin typeface="Arial"/>
            </a:endParaRPr>
          </a:p>
        </p:txBody>
      </p:sp>
      <p:sp>
        <p:nvSpPr>
          <p:cNvPr id="26" name="PlaceHolder 2"/>
          <p:cNvSpPr>
            <a:spLocks noGrp="1"/>
          </p:cNvSpPr>
          <p:nvPr>
            <p:ph type="ftr" idx="13"/>
          </p:nvPr>
        </p:nvSpPr>
        <p:spPr>
          <a:xfrm>
            <a:off x="3447360" y="5165280"/>
            <a:ext cx="3192840" cy="3884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uFillTx/>
                <a:latin typeface="Times New Roman"/>
              </a:defRPr>
            </a:lvl1pPr>
          </a:lstStyle>
          <a:p>
            <a:pPr indent="0" algn="ctr">
              <a:lnSpc>
                <a:spcPct val="100000"/>
              </a:lnSpc>
              <a:buNone/>
              <a:tabLst>
                <a:tab algn="l" pos="0"/>
              </a:tabLst>
            </a:pPr>
            <a:r>
              <a:rPr b="0" lang="en-US" sz="1400" strike="noStrike" u="none">
                <a:solidFill>
                  <a:srgbClr val="000000"/>
                </a:solidFill>
                <a:uFillTx/>
                <a:latin typeface="Times New Roman"/>
              </a:rPr>
              <a:t> </a:t>
            </a:r>
            <a:endParaRPr b="0" lang="en-US" sz="1400" strike="noStrike" u="none">
              <a:solidFill>
                <a:srgbClr val="000000"/>
              </a:solidFill>
              <a:uFillTx/>
              <a:latin typeface="Times New Roman"/>
            </a:endParaRPr>
          </a:p>
        </p:txBody>
      </p:sp>
      <p:sp>
        <p:nvSpPr>
          <p:cNvPr id="27" name="PlaceHolder 3"/>
          <p:cNvSpPr>
            <a:spLocks noGrp="1"/>
          </p:cNvSpPr>
          <p:nvPr>
            <p:ph type="sldNum" idx="14"/>
          </p:nvPr>
        </p:nvSpPr>
        <p:spPr>
          <a:xfrm>
            <a:off x="7227360" y="5165280"/>
            <a:ext cx="2346120" cy="388440"/>
          </a:xfrm>
          <a:prstGeom prst="rect">
            <a:avLst/>
          </a:prstGeom>
          <a:noFill/>
          <a:ln w="0">
            <a:noFill/>
          </a:ln>
        </p:spPr>
        <p:txBody>
          <a:bodyPr lIns="0" rIns="0" tIns="0" bIns="0" anchor="t">
            <a:noAutofit/>
          </a:bodyPr>
          <a:lstStyle>
            <a:lvl1pPr indent="0" algn="r" defTabSz="914400">
              <a:lnSpc>
                <a:spcPct val="100000"/>
              </a:lnSpc>
              <a:buNone/>
              <a:tabLst>
                <a:tab algn="l" pos="0"/>
              </a:tabLst>
              <a:defRPr b="0" lang="en-US" sz="1400" strike="noStrike" u="none">
                <a:solidFill>
                  <a:schemeClr val="dk1"/>
                </a:solidFill>
                <a:uFillTx/>
                <a:latin typeface="Times New Roman"/>
                <a:ea typeface="DejaVu Sans"/>
              </a:defRPr>
            </a:lvl1pPr>
          </a:lstStyle>
          <a:p>
            <a:pPr indent="0" algn="r" defTabSz="914400">
              <a:lnSpc>
                <a:spcPct val="100000"/>
              </a:lnSpc>
              <a:buNone/>
              <a:tabLst>
                <a:tab algn="l" pos="0"/>
              </a:tabLst>
            </a:pPr>
            <a:fld id="{64F54855-07FE-418D-A225-5D23073BFC90}" type="slidenum">
              <a:rPr b="0" lang="en-US" sz="1400" strike="noStrike" u="none">
                <a:solidFill>
                  <a:schemeClr val="dk1"/>
                </a:solidFill>
                <a:uFillTx/>
                <a:latin typeface="Times New Roman"/>
                <a:ea typeface="DejaVu Sans"/>
              </a:rPr>
              <a:t>1</a:t>
            </a:fld>
            <a:endParaRPr b="0" lang="en-US" sz="1400" strike="noStrike" u="none">
              <a:solidFill>
                <a:srgbClr val="000000"/>
              </a:solidFill>
              <a:uFillTx/>
              <a:latin typeface="Times New Roman"/>
            </a:endParaRPr>
          </a:p>
        </p:txBody>
      </p:sp>
      <p:sp>
        <p:nvSpPr>
          <p:cNvPr id="28" name="PlaceHolder 4"/>
          <p:cNvSpPr>
            <a:spLocks noGrp="1"/>
          </p:cNvSpPr>
          <p:nvPr>
            <p:ph type="dt" idx="15"/>
          </p:nvPr>
        </p:nvSpPr>
        <p:spPr>
          <a:xfrm>
            <a:off x="504000" y="5165280"/>
            <a:ext cx="2346120" cy="388440"/>
          </a:xfrm>
          <a:prstGeom prst="rect">
            <a:avLst/>
          </a:prstGeom>
          <a:noFill/>
          <a:ln w="0">
            <a:noFill/>
          </a:ln>
        </p:spPr>
        <p:txBody>
          <a:bodyPr lIns="0" rIns="0" tIns="0" bIns="0" anchor="t">
            <a:noAutofit/>
          </a:bodyPr>
          <a:lstStyle>
            <a:lvl1pPr indent="0">
              <a:buNone/>
              <a:defRPr b="0" lang="en-US" sz="1400" strike="noStrike" u="none">
                <a:solidFill>
                  <a:srgbClr val="000000"/>
                </a:solidFill>
                <a:uFillTx/>
                <a:latin typeface="Times New Roman"/>
              </a:defRPr>
            </a:lvl1pPr>
          </a:lstStyle>
          <a:p>
            <a:pPr indent="0">
              <a:buNone/>
            </a:pPr>
            <a:r>
              <a:rPr b="0" lang="en-US" sz="1400" strike="noStrike" u="none">
                <a:solidFill>
                  <a:srgbClr val="000000"/>
                </a:solidFill>
                <a:uFillTx/>
                <a:latin typeface="Times New Roman"/>
              </a:rPr>
              <a:t> </a:t>
            </a:r>
            <a:endParaRPr b="0" lang="en-US" sz="1400" strike="noStrike" u="none">
              <a:solidFill>
                <a:srgbClr val="000000"/>
              </a:solidFill>
              <a:uFillTx/>
              <a:latin typeface="Times New Roman"/>
            </a:endParaRPr>
          </a:p>
        </p:txBody>
      </p:sp>
      <p:sp>
        <p:nvSpPr>
          <p:cNvPr id="29" name="PlaceHolder 5"/>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uFillTx/>
                <a:latin typeface="Arial"/>
              </a:rPr>
              <a:t>Click to edit the outline text format</a:t>
            </a:r>
            <a:endParaRPr b="0" lang="en-US" sz="3200" strike="noStrike" u="none">
              <a:solidFill>
                <a:srgbClr val="000000"/>
              </a:solidFill>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uFillTx/>
                <a:latin typeface="Arial"/>
              </a:rPr>
              <a:t>Second Outline Level</a:t>
            </a:r>
            <a:endParaRPr b="0" lang="en-US" sz="2800" strike="noStrike" u="none">
              <a:solidFill>
                <a:srgbClr val="000000"/>
              </a:solidFill>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uFillTx/>
                <a:latin typeface="Arial"/>
              </a:rPr>
              <a:t>Third Outline Level</a:t>
            </a:r>
            <a:endParaRPr b="0" lang="en-US" sz="2400" strike="noStrike" u="none">
              <a:solidFill>
                <a:srgbClr val="000000"/>
              </a:solidFill>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uFillTx/>
                <a:latin typeface="Arial"/>
              </a:rPr>
              <a:t>Fourth Outline Level</a:t>
            </a:r>
            <a:endParaRPr b="0" lang="en-US" sz="2000" strike="noStrike" u="none">
              <a:solidFill>
                <a:srgbClr val="000000"/>
              </a:solidFill>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uFillTx/>
                <a:latin typeface="Arial"/>
              </a:rPr>
              <a:t>Fifth Outline Level</a:t>
            </a:r>
            <a:endParaRPr b="0" lang="en-US" sz="2000" strike="noStrike" u="none">
              <a:solidFill>
                <a:srgbClr val="000000"/>
              </a:solidFill>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uFillTx/>
                <a:latin typeface="Arial"/>
              </a:rPr>
              <a:t>Sixth Outline Level</a:t>
            </a:r>
            <a:endParaRPr b="0" lang="en-US" sz="2000" strike="noStrike" u="none">
              <a:solidFill>
                <a:srgbClr val="000000"/>
              </a:solidFill>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uFillTx/>
                <a:latin typeface="Arial"/>
              </a:rPr>
              <a:t>Seventh Outline Level</a:t>
            </a:r>
            <a:endParaRPr b="0" lang="en-US" sz="2000" strike="noStrike" u="none">
              <a:solidFill>
                <a:srgbClr val="000000"/>
              </a:solidFill>
              <a:uFillTx/>
              <a:latin typeface="Arial"/>
            </a:endParaRPr>
          </a:p>
        </p:txBody>
      </p:sp>
    </p:spTree>
  </p:cSld>
  <p:clrMap bg1="lt1" tx1="dk1" bg2="lt2" tx2="dk2" accent1="accent1" accent2="accent2" accent3="accent3" accent4="accent4" accent5="accent5" accent6="accent6" hlink="hlink" folHlink="folHlink"/>
  <p:sldLayoutIdLst>
    <p:sldLayoutId id="2147483658"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subTitle"/>
          </p:nvPr>
        </p:nvSpPr>
        <p:spPr>
          <a:xfrm>
            <a:off x="504000" y="1326600"/>
            <a:ext cx="9069480" cy="3286080"/>
          </a:xfrm>
          <a:prstGeom prst="rect">
            <a:avLst/>
          </a:prstGeom>
          <a:noFill/>
          <a:ln w="0">
            <a:noFill/>
          </a:ln>
        </p:spPr>
        <p:txBody>
          <a:bodyPr lIns="0" rIns="0" tIns="0" bIns="0" anchor="ctr">
            <a:noAutofit/>
          </a:bodyPr>
          <a:p>
            <a:pPr algn="ctr">
              <a:lnSpc>
                <a:spcPct val="100000"/>
              </a:lnSpc>
              <a:spcBef>
                <a:spcPts val="1417"/>
              </a:spcBef>
            </a:pPr>
            <a:r>
              <a:rPr b="0" lang="en-US" sz="3200" strike="noStrike" u="none">
                <a:solidFill>
                  <a:srgbClr val="000000"/>
                </a:solidFill>
                <a:uFillTx/>
                <a:latin typeface="Arial"/>
              </a:rPr>
              <a:t>Sumama Rahim</a:t>
            </a:r>
            <a:endParaRPr b="0" lang="en-US" sz="3200" strike="noStrike" u="none">
              <a:solidFill>
                <a:srgbClr val="000000"/>
              </a:solidFill>
              <a:uFillTx/>
              <a:latin typeface="Arial"/>
            </a:endParaRPr>
          </a:p>
        </p:txBody>
      </p:sp>
      <p:sp>
        <p:nvSpPr>
          <p:cNvPr id="39" name="TextBox 2"/>
          <p:cNvSpPr/>
          <p:nvPr/>
        </p:nvSpPr>
        <p:spPr>
          <a:xfrm>
            <a:off x="7543800" y="228600"/>
            <a:ext cx="2283840" cy="455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600" strike="noStrike" u="none">
                <a:solidFill>
                  <a:schemeClr val="dk1"/>
                </a:solidFill>
                <a:uFillTx/>
                <a:latin typeface="Arial"/>
                <a:ea typeface="Noto Sans CJK SC"/>
              </a:rPr>
              <a:t>Date: 01/08/2025</a:t>
            </a:r>
            <a:endParaRPr b="0" lang="en-US" sz="1600" strike="noStrike" u="none">
              <a:solidFill>
                <a:srgbClr val="000000"/>
              </a:solidFill>
              <a:uFillTx/>
              <a:latin typeface="Arial"/>
            </a:endParaRPr>
          </a:p>
        </p:txBody>
      </p:sp>
      <p:sp>
        <p:nvSpPr>
          <p:cNvPr id="40" name="TextBox 3"/>
          <p:cNvSpPr/>
          <p:nvPr/>
        </p:nvSpPr>
        <p:spPr>
          <a:xfrm>
            <a:off x="457200" y="3429000"/>
            <a:ext cx="9069480" cy="2283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2400" strike="noStrike" u="none">
                <a:solidFill>
                  <a:schemeClr val="dk1"/>
                </a:solidFill>
                <a:uFillTx/>
                <a:latin typeface="Arial"/>
                <a:ea typeface="Noto Sans CJK SC"/>
              </a:rPr>
              <a:t>BS CS</a:t>
            </a:r>
            <a:endParaRPr b="0" lang="en-US" sz="2400" strike="noStrike" u="none">
              <a:solidFill>
                <a:srgbClr val="000000"/>
              </a:solidFill>
              <a:uFillTx/>
              <a:latin typeface="Arial"/>
            </a:endParaRPr>
          </a:p>
          <a:p>
            <a:pPr defTabSz="914400">
              <a:lnSpc>
                <a:spcPct val="100000"/>
              </a:lnSpc>
              <a:tabLst>
                <a:tab algn="l" pos="0"/>
              </a:tabLst>
            </a:pPr>
            <a:r>
              <a:rPr b="0" lang="en-US" sz="2400" strike="noStrike" u="none">
                <a:solidFill>
                  <a:schemeClr val="dk1"/>
                </a:solidFill>
                <a:uFillTx/>
                <a:latin typeface="Arial"/>
                <a:ea typeface="Noto Sans CJK SC"/>
              </a:rPr>
              <a:t>F24 – Morning</a:t>
            </a:r>
            <a:endParaRPr b="0" lang="en-US" sz="2400" strike="noStrike" u="none">
              <a:solidFill>
                <a:srgbClr val="000000"/>
              </a:solidFill>
              <a:uFillTx/>
              <a:latin typeface="Arial"/>
            </a:endParaRPr>
          </a:p>
          <a:p>
            <a:pPr defTabSz="914400">
              <a:lnSpc>
                <a:spcPct val="100000"/>
              </a:lnSpc>
              <a:tabLst>
                <a:tab algn="l" pos="0"/>
              </a:tabLst>
            </a:pPr>
            <a:r>
              <a:rPr b="0" lang="en-US" sz="2400" strike="noStrike" u="none">
                <a:solidFill>
                  <a:schemeClr val="dk1"/>
                </a:solidFill>
                <a:uFillTx/>
                <a:latin typeface="Arial"/>
                <a:ea typeface="Noto Sans CJK SC"/>
              </a:rPr>
              <a:t>English Comprehension</a:t>
            </a:r>
            <a:endParaRPr b="0" lang="en-US" sz="24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 name="PlaceHolder 1"/>
          <p:cNvSpPr>
            <a:spLocks noGrp="1"/>
          </p:cNvSpPr>
          <p:nvPr>
            <p:ph type="subTitle"/>
          </p:nvPr>
        </p:nvSpPr>
        <p:spPr>
          <a:xfrm>
            <a:off x="504000" y="1326600"/>
            <a:ext cx="9069480" cy="3286080"/>
          </a:xfrm>
          <a:prstGeom prst="rect">
            <a:avLst/>
          </a:prstGeom>
          <a:noFill/>
          <a:ln w="0">
            <a:noFill/>
          </a:ln>
        </p:spPr>
        <p:txBody>
          <a:bodyPr lIns="0" rIns="0" tIns="0" bIns="0" anchor="ctr">
            <a:noAutofit/>
          </a:bodyPr>
          <a:p>
            <a:pPr algn="ctr">
              <a:lnSpc>
                <a:spcPct val="100000"/>
              </a:lnSpc>
              <a:spcBef>
                <a:spcPts val="1417"/>
              </a:spcBef>
            </a:pPr>
            <a:r>
              <a:rPr b="0" lang="en-US" sz="3200" strike="noStrike" u="none">
                <a:solidFill>
                  <a:srgbClr val="000000"/>
                </a:solidFill>
                <a:uFillTx/>
                <a:latin typeface="Arial"/>
              </a:rPr>
              <a:t>Women Empowerment</a:t>
            </a:r>
            <a:endParaRPr b="0" lang="en-US" sz="32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 name="PlaceHolder 1"/>
          <p:cNvSpPr>
            <a:spLocks noGrp="1"/>
          </p:cNvSpPr>
          <p:nvPr>
            <p:ph type="title"/>
          </p:nvPr>
        </p:nvSpPr>
        <p:spPr>
          <a:xfrm>
            <a:off x="457200" y="2482560"/>
            <a:ext cx="9069480" cy="944280"/>
          </a:xfrm>
          <a:prstGeom prst="rect">
            <a:avLst/>
          </a:prstGeom>
          <a:noFill/>
          <a:ln w="0">
            <a:noFill/>
          </a:ln>
        </p:spPr>
        <p:txBody>
          <a:bodyPr lIns="0" rIns="0" tIns="0" bIns="0" anchor="ctr">
            <a:noAutofit/>
          </a:bodyPr>
          <a:p>
            <a:pPr indent="0" algn="ctr">
              <a:lnSpc>
                <a:spcPct val="100000"/>
              </a:lnSpc>
              <a:buNone/>
              <a:tabLst>
                <a:tab algn="l" pos="0"/>
              </a:tabLst>
            </a:pPr>
            <a:r>
              <a:rPr b="0" lang="en-US" sz="4400" strike="noStrike" u="none">
                <a:solidFill>
                  <a:srgbClr val="000000"/>
                </a:solidFill>
                <a:uFillTx/>
                <a:latin typeface="Arial"/>
              </a:rPr>
              <a:t>What?</a:t>
            </a:r>
            <a:endParaRPr b="0" lang="en-US" sz="44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 name="PlaceHolder 1"/>
          <p:cNvSpPr>
            <a:spLocks noGrp="1"/>
          </p:cNvSpPr>
          <p:nvPr>
            <p:ph type="title"/>
          </p:nvPr>
        </p:nvSpPr>
        <p:spPr>
          <a:xfrm>
            <a:off x="529560" y="2482560"/>
            <a:ext cx="9069480" cy="944280"/>
          </a:xfrm>
          <a:prstGeom prst="rect">
            <a:avLst/>
          </a:prstGeom>
          <a:noFill/>
          <a:ln w="0">
            <a:noFill/>
          </a:ln>
        </p:spPr>
        <p:txBody>
          <a:bodyPr lIns="0" rIns="0" tIns="0" bIns="0" anchor="ctr">
            <a:noAutofit/>
          </a:bodyPr>
          <a:p>
            <a:pPr indent="0" algn="ctr">
              <a:lnSpc>
                <a:spcPct val="100000"/>
              </a:lnSpc>
              <a:buNone/>
              <a:tabLst>
                <a:tab algn="l" pos="0"/>
              </a:tabLst>
            </a:pPr>
            <a:r>
              <a:rPr b="0" lang="en-US" sz="4400" strike="noStrike" u="none">
                <a:solidFill>
                  <a:srgbClr val="000000"/>
                </a:solidFill>
                <a:uFillTx/>
                <a:latin typeface="Arial"/>
              </a:rPr>
              <a:t>Why am I?</a:t>
            </a:r>
            <a:endParaRPr b="0" lang="en-US" sz="44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 name="PlaceHolder 1"/>
          <p:cNvSpPr>
            <a:spLocks noGrp="1"/>
          </p:cNvSpPr>
          <p:nvPr>
            <p:ph type="title"/>
          </p:nvPr>
        </p:nvSpPr>
        <p:spPr>
          <a:xfrm>
            <a:off x="504000" y="225720"/>
            <a:ext cx="9069480" cy="945000"/>
          </a:xfrm>
          <a:prstGeom prst="rect">
            <a:avLst/>
          </a:prstGeom>
          <a:noFill/>
          <a:ln w="0">
            <a:noFill/>
          </a:ln>
        </p:spPr>
        <p:txBody>
          <a:bodyPr lIns="0" rIns="0" tIns="0" bIns="0" anchor="ctr">
            <a:noAutofit/>
          </a:bodyPr>
          <a:p>
            <a:pPr indent="0" algn="ctr">
              <a:lnSpc>
                <a:spcPct val="100000"/>
              </a:lnSpc>
              <a:buNone/>
              <a:tabLst>
                <a:tab algn="l" pos="0"/>
              </a:tabLst>
            </a:pPr>
            <a:r>
              <a:rPr b="0" lang="en-US" sz="4400" strike="noStrike" u="none">
                <a:solidFill>
                  <a:srgbClr val="000000"/>
                </a:solidFill>
                <a:uFillTx/>
                <a:latin typeface="Arial"/>
              </a:rPr>
              <a:t>Limitless Career Opportunities</a:t>
            </a:r>
            <a:endParaRPr b="0" lang="en-US" sz="4400" strike="noStrike" u="none">
              <a:solidFill>
                <a:srgbClr val="000000"/>
              </a:solidFill>
              <a:uFillTx/>
              <a:latin typeface="Arial"/>
            </a:endParaRPr>
          </a:p>
        </p:txBody>
      </p:sp>
      <p:sp>
        <p:nvSpPr>
          <p:cNvPr id="45" name="PlaceHolder 2"/>
          <p:cNvSpPr>
            <a:spLocks noGrp="1"/>
          </p:cNvSpPr>
          <p:nvPr>
            <p:ph/>
          </p:nvPr>
        </p:nvSpPr>
        <p:spPr>
          <a:xfrm>
            <a:off x="504000" y="1326600"/>
            <a:ext cx="4424760" cy="3286080"/>
          </a:xfrm>
          <a:prstGeom prst="rect">
            <a:avLst/>
          </a:prstGeom>
          <a:noFill/>
          <a:ln w="0">
            <a:noFill/>
          </a:ln>
        </p:spPr>
        <p:txBody>
          <a:bodyPr lIns="0" rIns="0" tIns="0" bIns="0" anchor="t">
            <a:noAutofit/>
          </a:bodyPr>
          <a:p>
            <a:pPr indent="0">
              <a:lnSpc>
                <a:spcPct val="100000"/>
              </a:lnSpc>
              <a:spcBef>
                <a:spcPts val="1417"/>
              </a:spcBef>
              <a:buNone/>
              <a:tabLst>
                <a:tab algn="l" pos="0"/>
              </a:tabLst>
            </a:pPr>
            <a:r>
              <a:rPr b="0" lang="en-US" sz="3200" strike="noStrike" u="none">
                <a:solidFill>
                  <a:srgbClr val="000000"/>
                </a:solidFill>
                <a:uFillTx/>
                <a:latin typeface="Arial"/>
              </a:rPr>
              <a:t>Non Development</a:t>
            </a:r>
            <a:endParaRPr b="0" lang="en-US" sz="3200" strike="noStrike" u="none">
              <a:solidFill>
                <a:srgbClr val="000000"/>
              </a:solidFill>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b="0" lang="en-US" sz="3200" strike="noStrike" u="none">
                <a:solidFill>
                  <a:srgbClr val="000000"/>
                </a:solidFill>
                <a:uFillTx/>
                <a:latin typeface="Arial"/>
              </a:rPr>
              <a:t>Analyst</a:t>
            </a:r>
            <a:endParaRPr b="0" lang="en-US" sz="3200" strike="noStrike" u="none">
              <a:solidFill>
                <a:srgbClr val="000000"/>
              </a:solidFill>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b="0" lang="en-US" sz="3200" strike="noStrike" u="none">
                <a:solidFill>
                  <a:srgbClr val="000000"/>
                </a:solidFill>
                <a:uFillTx/>
                <a:latin typeface="Arial"/>
              </a:rPr>
              <a:t>Lawyer</a:t>
            </a:r>
            <a:endParaRPr b="0" lang="en-US" sz="3200" strike="noStrike" u="none">
              <a:solidFill>
                <a:srgbClr val="000000"/>
              </a:solidFill>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b="0" lang="en-US" sz="3200" strike="noStrike" u="none">
                <a:solidFill>
                  <a:srgbClr val="000000"/>
                </a:solidFill>
                <a:uFillTx/>
                <a:latin typeface="Arial"/>
              </a:rPr>
              <a:t>Consultant</a:t>
            </a:r>
            <a:endParaRPr b="0" lang="en-US" sz="3200" strike="noStrike" u="none">
              <a:solidFill>
                <a:srgbClr val="000000"/>
              </a:solidFill>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b="0" lang="en-US" sz="3200" strike="noStrike" u="none">
                <a:solidFill>
                  <a:srgbClr val="000000"/>
                </a:solidFill>
                <a:uFillTx/>
                <a:latin typeface="Arial"/>
              </a:rPr>
              <a:t>Policy Maker</a:t>
            </a:r>
            <a:endParaRPr b="0" lang="en-US" sz="3200" strike="noStrike" u="none">
              <a:solidFill>
                <a:srgbClr val="000000"/>
              </a:solidFill>
              <a:uFillTx/>
              <a:latin typeface="Arial"/>
            </a:endParaRPr>
          </a:p>
          <a:p>
            <a:pPr indent="0">
              <a:lnSpc>
                <a:spcPct val="100000"/>
              </a:lnSpc>
              <a:spcBef>
                <a:spcPts val="1417"/>
              </a:spcBef>
              <a:buNone/>
              <a:tabLst>
                <a:tab algn="l" pos="0"/>
              </a:tabLst>
            </a:pPr>
            <a:endParaRPr b="0" lang="en-US" sz="3200" strike="noStrike" u="none">
              <a:solidFill>
                <a:srgbClr val="000000"/>
              </a:solidFill>
              <a:uFillTx/>
              <a:latin typeface="Arial"/>
            </a:endParaRPr>
          </a:p>
        </p:txBody>
      </p:sp>
      <p:sp>
        <p:nvSpPr>
          <p:cNvPr id="46" name="PlaceHolder 3"/>
          <p:cNvSpPr>
            <a:spLocks noGrp="1"/>
          </p:cNvSpPr>
          <p:nvPr>
            <p:ph/>
          </p:nvPr>
        </p:nvSpPr>
        <p:spPr>
          <a:xfrm>
            <a:off x="5152680" y="1969560"/>
            <a:ext cx="4424760" cy="3286080"/>
          </a:xfrm>
          <a:prstGeom prst="rect">
            <a:avLst/>
          </a:prstGeom>
          <a:noFill/>
          <a:ln w="0">
            <a:noFill/>
          </a:ln>
        </p:spPr>
        <p:txBody>
          <a:bodyPr lIns="0" rIns="0" tIns="0" bIns="0" anchor="t">
            <a:normAutofit fontScale="92500" lnSpcReduction="9999"/>
          </a:bodyPr>
          <a:p>
            <a:pPr marL="432000" indent="-324000">
              <a:lnSpc>
                <a:spcPct val="100000"/>
              </a:lnSpc>
              <a:spcBef>
                <a:spcPts val="1417"/>
              </a:spcBef>
              <a:buClr>
                <a:srgbClr val="000000"/>
              </a:buClr>
              <a:buSzPct val="45000"/>
              <a:buFont typeface="Wingdings" charset="2"/>
              <a:buChar char=""/>
            </a:pPr>
            <a:r>
              <a:rPr b="0" lang="en-US" sz="3200" strike="noStrike" u="none">
                <a:solidFill>
                  <a:srgbClr val="000000"/>
                </a:solidFill>
                <a:uFillTx/>
                <a:latin typeface="Arial"/>
              </a:rPr>
              <a:t>Engineer</a:t>
            </a:r>
            <a:endParaRPr b="0" lang="en-US" sz="3200" strike="noStrike" u="none">
              <a:solidFill>
                <a:srgbClr val="000000"/>
              </a:solidFill>
              <a:uFillTx/>
              <a:latin typeface="Arial"/>
            </a:endParaRPr>
          </a:p>
          <a:p>
            <a:pPr marL="432000" indent="-324000">
              <a:lnSpc>
                <a:spcPct val="100000"/>
              </a:lnSpc>
              <a:spcBef>
                <a:spcPts val="1417"/>
              </a:spcBef>
              <a:buClr>
                <a:srgbClr val="000000"/>
              </a:buClr>
              <a:buSzPct val="45000"/>
              <a:buFont typeface="Wingdings" charset="2"/>
              <a:buChar char=""/>
            </a:pPr>
            <a:r>
              <a:rPr b="0" lang="en-US" sz="3200" strike="noStrike" u="none">
                <a:solidFill>
                  <a:srgbClr val="000000"/>
                </a:solidFill>
                <a:uFillTx/>
                <a:latin typeface="Arial"/>
              </a:rPr>
              <a:t>QC/A Engineer</a:t>
            </a:r>
            <a:endParaRPr b="0" lang="en-US" sz="3200" strike="noStrike" u="none">
              <a:solidFill>
                <a:srgbClr val="000000"/>
              </a:solidFill>
              <a:uFillTx/>
              <a:latin typeface="Arial"/>
            </a:endParaRPr>
          </a:p>
          <a:p>
            <a:pPr marL="432000" indent="-324000">
              <a:lnSpc>
                <a:spcPct val="100000"/>
              </a:lnSpc>
              <a:spcBef>
                <a:spcPts val="1417"/>
              </a:spcBef>
              <a:buClr>
                <a:srgbClr val="000000"/>
              </a:buClr>
              <a:buSzPct val="45000"/>
              <a:buFont typeface="Wingdings" charset="2"/>
              <a:buChar char=""/>
            </a:pPr>
            <a:r>
              <a:rPr b="0" lang="en-US" sz="3200" strike="noStrike" u="none">
                <a:solidFill>
                  <a:srgbClr val="000000"/>
                </a:solidFill>
                <a:uFillTx/>
                <a:latin typeface="Arial"/>
              </a:rPr>
              <a:t>Architect</a:t>
            </a:r>
            <a:endParaRPr b="0" lang="en-US" sz="3200" strike="noStrike" u="none">
              <a:solidFill>
                <a:srgbClr val="000000"/>
              </a:solidFill>
              <a:uFillTx/>
              <a:latin typeface="Arial"/>
            </a:endParaRPr>
          </a:p>
          <a:p>
            <a:pPr marL="432000" indent="-324000">
              <a:lnSpc>
                <a:spcPct val="100000"/>
              </a:lnSpc>
              <a:spcBef>
                <a:spcPts val="1417"/>
              </a:spcBef>
              <a:buClr>
                <a:srgbClr val="000000"/>
              </a:buClr>
              <a:buSzPct val="45000"/>
              <a:buFont typeface="Wingdings" charset="2"/>
              <a:buChar char=""/>
            </a:pPr>
            <a:r>
              <a:rPr b="0" lang="en-US" sz="3200" strike="noStrike" u="none">
                <a:solidFill>
                  <a:srgbClr val="000000"/>
                </a:solidFill>
                <a:uFillTx/>
                <a:latin typeface="Arial"/>
              </a:rPr>
              <a:t>De-Fi expert</a:t>
            </a:r>
            <a:endParaRPr b="0" lang="en-US" sz="3200" strike="noStrike" u="none">
              <a:solidFill>
                <a:srgbClr val="000000"/>
              </a:solidFill>
              <a:uFillTx/>
              <a:latin typeface="Arial"/>
            </a:endParaRPr>
          </a:p>
          <a:p>
            <a:pPr marL="432000" indent="-324000">
              <a:lnSpc>
                <a:spcPct val="100000"/>
              </a:lnSpc>
              <a:spcBef>
                <a:spcPts val="1417"/>
              </a:spcBef>
              <a:buClr>
                <a:srgbClr val="000000"/>
              </a:buClr>
              <a:buSzPct val="45000"/>
              <a:buFont typeface="Wingdings" charset="2"/>
              <a:buChar char=""/>
            </a:pPr>
            <a:r>
              <a:rPr b="0" lang="en-US" sz="3200" strike="noStrike" u="none">
                <a:solidFill>
                  <a:srgbClr val="000000"/>
                </a:solidFill>
                <a:uFillTx/>
                <a:latin typeface="Arial"/>
              </a:rPr>
              <a:t>Product Manager</a:t>
            </a:r>
            <a:endParaRPr b="0" lang="en-US" sz="3200" strike="noStrike" u="none">
              <a:solidFill>
                <a:srgbClr val="000000"/>
              </a:solidFill>
              <a:uFillTx/>
              <a:latin typeface="Arial"/>
            </a:endParaRPr>
          </a:p>
          <a:p>
            <a:pPr marL="432000" indent="0">
              <a:lnSpc>
                <a:spcPct val="100000"/>
              </a:lnSpc>
              <a:spcBef>
                <a:spcPts val="1417"/>
              </a:spcBef>
              <a:buNone/>
              <a:tabLst>
                <a:tab algn="l" pos="0"/>
              </a:tabLst>
            </a:pPr>
            <a:r>
              <a:rPr b="0" lang="en-US" sz="3200" strike="noStrike" u="none">
                <a:solidFill>
                  <a:srgbClr val="000000"/>
                </a:solidFill>
                <a:uFillTx/>
                <a:latin typeface="Arial"/>
              </a:rPr>
              <a:t>… </a:t>
            </a:r>
            <a:r>
              <a:rPr b="0" lang="en-US" sz="3200" strike="noStrike" u="none">
                <a:solidFill>
                  <a:srgbClr val="000000"/>
                </a:solidFill>
                <a:uFillTx/>
                <a:latin typeface="Arial"/>
              </a:rPr>
              <a:t>etc</a:t>
            </a:r>
            <a:endParaRPr b="0" lang="en-US" sz="32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 name="PlaceHolder 1"/>
          <p:cNvSpPr>
            <a:spLocks noGrp="1"/>
          </p:cNvSpPr>
          <p:nvPr>
            <p:ph type="title"/>
          </p:nvPr>
        </p:nvSpPr>
        <p:spPr>
          <a:xfrm>
            <a:off x="504000" y="225720"/>
            <a:ext cx="9069480" cy="945000"/>
          </a:xfrm>
          <a:prstGeom prst="rect">
            <a:avLst/>
          </a:prstGeom>
          <a:noFill/>
          <a:ln w="0">
            <a:noFill/>
          </a:ln>
        </p:spPr>
        <p:txBody>
          <a:bodyPr lIns="0" rIns="0" tIns="0" bIns="0" anchor="ctr">
            <a:noAutofit/>
          </a:bodyPr>
          <a:p>
            <a:pPr indent="0" algn="ctr">
              <a:lnSpc>
                <a:spcPct val="100000"/>
              </a:lnSpc>
              <a:buNone/>
              <a:tabLst>
                <a:tab algn="l" pos="0"/>
              </a:tabLst>
            </a:pPr>
            <a:r>
              <a:rPr b="0" lang="en-US" sz="4400" strike="noStrike" u="none">
                <a:solidFill>
                  <a:srgbClr val="000000"/>
                </a:solidFill>
                <a:uFillTx/>
                <a:latin typeface="Arial"/>
              </a:rPr>
              <a:t>Limitless Career Opportunities</a:t>
            </a:r>
            <a:endParaRPr b="0" lang="en-US" sz="4400" strike="noStrike" u="none">
              <a:solidFill>
                <a:srgbClr val="000000"/>
              </a:solidFill>
              <a:uFillTx/>
              <a:latin typeface="Arial"/>
            </a:endParaRPr>
          </a:p>
        </p:txBody>
      </p:sp>
      <p:sp>
        <p:nvSpPr>
          <p:cNvPr id="48" name="PlaceHolder 2"/>
          <p:cNvSpPr>
            <a:spLocks noGrp="1"/>
          </p:cNvSpPr>
          <p:nvPr>
            <p:ph/>
          </p:nvPr>
        </p:nvSpPr>
        <p:spPr>
          <a:xfrm>
            <a:off x="457200" y="1326600"/>
            <a:ext cx="9620640" cy="3929040"/>
          </a:xfrm>
          <a:prstGeom prst="rect">
            <a:avLst/>
          </a:prstGeom>
          <a:noFill/>
          <a:ln w="0">
            <a:noFill/>
          </a:ln>
        </p:spPr>
        <p:txBody>
          <a:bodyPr lIns="0" rIns="0" tIns="0" bIns="0" anchor="t">
            <a:normAutofit fontScale="92500" lnSpcReduction="9999"/>
          </a:bodyPr>
          <a:p>
            <a:pPr indent="0">
              <a:lnSpc>
                <a:spcPct val="100000"/>
              </a:lnSpc>
              <a:spcBef>
                <a:spcPts val="1417"/>
              </a:spcBef>
              <a:buNone/>
              <a:tabLst>
                <a:tab algn="l" pos="0"/>
              </a:tabLst>
            </a:pPr>
            <a:r>
              <a:rPr b="0" lang="en-US" sz="3200" strike="noStrike" u="none">
                <a:solidFill>
                  <a:srgbClr val="000000"/>
                </a:solidFill>
                <a:uFillTx/>
                <a:latin typeface="Arial"/>
              </a:rPr>
              <a:t>Development</a:t>
            </a:r>
            <a:endParaRPr b="0" lang="en-US" sz="3200" strike="noStrike" u="none">
              <a:solidFill>
                <a:srgbClr val="000000"/>
              </a:solidFill>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b="0" lang="en-US" sz="3200" strike="noStrike" u="none">
                <a:solidFill>
                  <a:srgbClr val="000000"/>
                </a:solidFill>
                <a:uFillTx/>
                <a:latin typeface="Arial"/>
              </a:rPr>
              <a:t>Smart Contract</a:t>
            </a:r>
            <a:endParaRPr b="0" lang="en-US" sz="3200" strike="noStrike" u="none">
              <a:solidFill>
                <a:srgbClr val="000000"/>
              </a:solidFill>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b="0" lang="en-US" sz="3200" strike="noStrike" u="none">
                <a:solidFill>
                  <a:srgbClr val="000000"/>
                </a:solidFill>
                <a:uFillTx/>
                <a:latin typeface="Arial"/>
              </a:rPr>
              <a:t>NFT</a:t>
            </a:r>
            <a:endParaRPr b="0" lang="en-US" sz="3200" strike="noStrike" u="none">
              <a:solidFill>
                <a:srgbClr val="000000"/>
              </a:solidFill>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b="0" lang="en-US" sz="3200" strike="noStrike" u="none">
                <a:solidFill>
                  <a:srgbClr val="000000"/>
                </a:solidFill>
                <a:uFillTx/>
                <a:latin typeface="Arial"/>
              </a:rPr>
              <a:t>Metaverse</a:t>
            </a:r>
            <a:endParaRPr b="0" lang="en-US" sz="3200" strike="noStrike" u="none">
              <a:solidFill>
                <a:srgbClr val="000000"/>
              </a:solidFill>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b="0" lang="en-US" sz="3200" strike="noStrike" u="none">
                <a:solidFill>
                  <a:srgbClr val="000000"/>
                </a:solidFill>
                <a:uFillTx/>
                <a:latin typeface="Arial"/>
              </a:rPr>
              <a:t>dApp</a:t>
            </a:r>
            <a:endParaRPr b="0" lang="en-US" sz="3200" strike="noStrike" u="none">
              <a:solidFill>
                <a:srgbClr val="000000"/>
              </a:solidFill>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b="0" lang="en-US" sz="3200" strike="noStrike" u="none">
                <a:solidFill>
                  <a:srgbClr val="000000"/>
                </a:solidFill>
                <a:uFillTx/>
                <a:latin typeface="Arial"/>
              </a:rPr>
              <a:t>Solidity</a:t>
            </a:r>
            <a:endParaRPr b="0" lang="en-US" sz="3200" strike="noStrike" u="none">
              <a:solidFill>
                <a:srgbClr val="000000"/>
              </a:solidFill>
              <a:uFillTx/>
              <a:latin typeface="Arial"/>
            </a:endParaRPr>
          </a:p>
          <a:p>
            <a:pPr marL="432000" indent="0">
              <a:lnSpc>
                <a:spcPct val="100000"/>
              </a:lnSpc>
              <a:spcBef>
                <a:spcPts val="1417"/>
              </a:spcBef>
              <a:buNone/>
              <a:tabLst>
                <a:tab algn="l" pos="0"/>
              </a:tabLst>
            </a:pPr>
            <a:r>
              <a:rPr b="0" lang="en-US" sz="3200" strike="noStrike" u="none">
                <a:solidFill>
                  <a:srgbClr val="000000"/>
                </a:solidFill>
                <a:uFillTx/>
                <a:latin typeface="Arial"/>
              </a:rPr>
              <a:t>and … non-stop list</a:t>
            </a:r>
            <a:endParaRPr b="0" lang="en-US" sz="32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 name="PlaceHolder 1"/>
          <p:cNvSpPr>
            <a:spLocks noGrp="1"/>
          </p:cNvSpPr>
          <p:nvPr>
            <p:ph type="title"/>
          </p:nvPr>
        </p:nvSpPr>
        <p:spPr>
          <a:xfrm>
            <a:off x="504000" y="226080"/>
            <a:ext cx="9069480" cy="944280"/>
          </a:xfrm>
          <a:prstGeom prst="rect">
            <a:avLst/>
          </a:prstGeom>
          <a:noFill/>
          <a:ln w="0">
            <a:noFill/>
          </a:ln>
        </p:spPr>
        <p:txBody>
          <a:bodyPr lIns="0" rIns="0" tIns="0" bIns="0" anchor="ctr">
            <a:noAutofit/>
          </a:bodyPr>
          <a:p>
            <a:pPr indent="0" algn="ctr">
              <a:lnSpc>
                <a:spcPct val="100000"/>
              </a:lnSpc>
              <a:buNone/>
              <a:tabLst>
                <a:tab algn="l" pos="0"/>
              </a:tabLst>
            </a:pPr>
            <a:r>
              <a:rPr b="0" lang="en-US" sz="4400" strike="noStrike" u="none">
                <a:solidFill>
                  <a:srgbClr val="000000"/>
                </a:solidFill>
                <a:uFillTx/>
                <a:latin typeface="Arial"/>
              </a:rPr>
              <a:t>What I mean?</a:t>
            </a:r>
            <a:endParaRPr b="0" lang="en-US" sz="4400" strike="noStrike" u="none">
              <a:solidFill>
                <a:srgbClr val="000000"/>
              </a:solidFill>
              <a:uFillTx/>
              <a:latin typeface="Arial"/>
            </a:endParaRPr>
          </a:p>
        </p:txBody>
      </p:sp>
      <p:sp>
        <p:nvSpPr>
          <p:cNvPr id="50" name="PlaceHolder 2"/>
          <p:cNvSpPr>
            <a:spLocks noGrp="1"/>
          </p:cNvSpPr>
          <p:nvPr>
            <p:ph type="title"/>
          </p:nvPr>
        </p:nvSpPr>
        <p:spPr>
          <a:xfrm>
            <a:off x="504000" y="1371600"/>
            <a:ext cx="9069480" cy="3916080"/>
          </a:xfrm>
          <a:prstGeom prst="rect">
            <a:avLst/>
          </a:prstGeom>
          <a:noFill/>
          <a:ln w="0">
            <a:noFill/>
          </a:ln>
        </p:spPr>
        <p:txBody>
          <a:bodyPr lIns="0" rIns="0" tIns="0" bIns="0" anchor="ctr">
            <a:noAutofit/>
          </a:bodyPr>
          <a:p>
            <a:pPr indent="0">
              <a:lnSpc>
                <a:spcPct val="100000"/>
              </a:lnSpc>
              <a:buNone/>
              <a:tabLst>
                <a:tab algn="l" pos="0"/>
              </a:tabLst>
            </a:pPr>
            <a:r>
              <a:rPr b="0" lang="en-US" sz="3200" strike="noStrike" u="none">
                <a:solidFill>
                  <a:srgbClr val="000000"/>
                </a:solidFill>
                <a:uFillTx/>
                <a:latin typeface="Arial"/>
              </a:rPr>
              <a:t>No one can say, “mai tumhe nikal donga”</a:t>
            </a:r>
            <a:br>
              <a:rPr sz="3200"/>
            </a:br>
            <a:r>
              <a:rPr b="0" lang="en-US" sz="3200" strike="noStrike" u="none">
                <a:solidFill>
                  <a:srgbClr val="000000"/>
                </a:solidFill>
                <a:uFillTx/>
                <a:latin typeface="Arial"/>
              </a:rPr>
              <a:t>No one can blackmail you..</a:t>
            </a:r>
            <a:br>
              <a:rPr sz="3200"/>
            </a:br>
            <a:endParaRPr b="0" lang="en-US" sz="32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 name="PlaceHolder 1"/>
          <p:cNvSpPr>
            <a:spLocks noGrp="1"/>
          </p:cNvSpPr>
          <p:nvPr>
            <p:ph type="title"/>
          </p:nvPr>
        </p:nvSpPr>
        <p:spPr>
          <a:xfrm>
            <a:off x="504000" y="226080"/>
            <a:ext cx="9069480" cy="944280"/>
          </a:xfrm>
          <a:prstGeom prst="rect">
            <a:avLst/>
          </a:prstGeom>
          <a:noFill/>
          <a:ln w="0">
            <a:noFill/>
          </a:ln>
        </p:spPr>
        <p:txBody>
          <a:bodyPr lIns="0" rIns="0" tIns="0" bIns="0" anchor="ctr">
            <a:noAutofit/>
          </a:bodyPr>
          <a:p>
            <a:pPr indent="0" algn="ctr">
              <a:lnSpc>
                <a:spcPct val="100000"/>
              </a:lnSpc>
              <a:buNone/>
              <a:tabLst>
                <a:tab algn="l" pos="0"/>
              </a:tabLst>
            </a:pPr>
            <a:r>
              <a:rPr b="0" lang="en-US" sz="4400" strike="noStrike" u="none">
                <a:solidFill>
                  <a:srgbClr val="000000"/>
                </a:solidFill>
                <a:uFillTx/>
                <a:latin typeface="Arial"/>
              </a:rPr>
              <a:t>But how?</a:t>
            </a:r>
            <a:endParaRPr b="0" lang="en-US" sz="4400" strike="noStrike" u="none">
              <a:solidFill>
                <a:srgbClr val="000000"/>
              </a:solidFill>
              <a:uFillTx/>
              <a:latin typeface="Arial"/>
            </a:endParaRPr>
          </a:p>
        </p:txBody>
      </p:sp>
      <p:sp>
        <p:nvSpPr>
          <p:cNvPr id="52" name="PlaceHolder 2"/>
          <p:cNvSpPr>
            <a:spLocks noGrp="1"/>
          </p:cNvSpPr>
          <p:nvPr>
            <p:ph type="title"/>
          </p:nvPr>
        </p:nvSpPr>
        <p:spPr>
          <a:xfrm>
            <a:off x="504000" y="1371600"/>
            <a:ext cx="9069480" cy="3916080"/>
          </a:xfrm>
          <a:prstGeom prst="rect">
            <a:avLst/>
          </a:prstGeom>
          <a:noFill/>
          <a:ln w="0">
            <a:noFill/>
          </a:ln>
        </p:spPr>
        <p:txBody>
          <a:bodyPr lIns="0" rIns="0" tIns="0" bIns="0" anchor="ctr">
            <a:noAutofit/>
          </a:bodyPr>
          <a:p>
            <a:pPr indent="0">
              <a:lnSpc>
                <a:spcPct val="100000"/>
              </a:lnSpc>
              <a:buNone/>
              <a:tabLst>
                <a:tab algn="l" pos="0"/>
              </a:tabLst>
            </a:pPr>
            <a:r>
              <a:rPr b="0" lang="en-US" sz="3200" strike="noStrike" u="none">
                <a:solidFill>
                  <a:srgbClr val="000000"/>
                </a:solidFill>
                <a:uFillTx/>
                <a:latin typeface="Arial"/>
              </a:rPr>
              <a:t>If you have enough success, emotionally strong, mentally strong.</a:t>
            </a:r>
            <a:endParaRPr b="0" lang="en-US" sz="32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 name="PlaceHolder 1"/>
          <p:cNvSpPr>
            <a:spLocks noGrp="1"/>
          </p:cNvSpPr>
          <p:nvPr>
            <p:ph type="title"/>
          </p:nvPr>
        </p:nvSpPr>
        <p:spPr>
          <a:xfrm>
            <a:off x="504000" y="226080"/>
            <a:ext cx="9069480" cy="944280"/>
          </a:xfrm>
          <a:prstGeom prst="rect">
            <a:avLst/>
          </a:prstGeom>
          <a:noFill/>
          <a:ln w="0">
            <a:noFill/>
          </a:ln>
        </p:spPr>
        <p:txBody>
          <a:bodyPr lIns="0" rIns="0" tIns="0" bIns="0" anchor="ctr">
            <a:noAutofit/>
          </a:bodyPr>
          <a:p>
            <a:pPr indent="0" algn="ctr">
              <a:lnSpc>
                <a:spcPct val="100000"/>
              </a:lnSpc>
              <a:buNone/>
              <a:tabLst>
                <a:tab algn="l" pos="0"/>
              </a:tabLst>
            </a:pPr>
            <a:r>
              <a:rPr b="0" lang="en-US" sz="4400" strike="noStrike" u="none">
                <a:solidFill>
                  <a:srgbClr val="000000"/>
                </a:solidFill>
                <a:uFillTx/>
                <a:latin typeface="Arial"/>
              </a:rPr>
              <a:t>Umme Salma (R.A)</a:t>
            </a:r>
            <a:endParaRPr b="0" lang="en-US" sz="4400" strike="noStrike" u="none">
              <a:solidFill>
                <a:srgbClr val="000000"/>
              </a:solidFill>
              <a:uFillTx/>
              <a:latin typeface="Arial"/>
            </a:endParaRPr>
          </a:p>
        </p:txBody>
      </p:sp>
      <p:sp>
        <p:nvSpPr>
          <p:cNvPr id="54" name="PlaceHolder 2"/>
          <p:cNvSpPr>
            <a:spLocks noGrp="1"/>
          </p:cNvSpPr>
          <p:nvPr>
            <p:ph type="title"/>
          </p:nvPr>
        </p:nvSpPr>
        <p:spPr>
          <a:xfrm>
            <a:off x="514800" y="1600200"/>
            <a:ext cx="9069480" cy="3886200"/>
          </a:xfrm>
          <a:prstGeom prst="rect">
            <a:avLst/>
          </a:prstGeom>
          <a:noFill/>
          <a:ln w="0">
            <a:noFill/>
          </a:ln>
        </p:spPr>
        <p:txBody>
          <a:bodyPr lIns="0" rIns="0" tIns="0" bIns="0" anchor="ctr">
            <a:noAutofit/>
          </a:bodyPr>
          <a:p>
            <a:pPr indent="0">
              <a:spcBef>
                <a:spcPts val="1191"/>
              </a:spcBef>
              <a:spcAft>
                <a:spcPts val="992"/>
              </a:spcAft>
              <a:buNone/>
            </a:pPr>
            <a:r>
              <a:rPr b="0" lang="en-US" sz="2100" strike="noStrike" u="none">
                <a:solidFill>
                  <a:srgbClr val="000000"/>
                </a:solidFill>
                <a:uFillTx/>
                <a:latin typeface="Arial"/>
              </a:rPr>
              <a:t>Role: Umm Salama (RA), the wife of the Prophet Muhammad (PBUH), was highly respected and consulted by the companions of the Prophet, including Hazrat Umar (RA), on matters of governance and public policy.</a:t>
            </a:r>
            <a:br>
              <a:rPr sz="2100"/>
            </a:br>
            <a:r>
              <a:rPr b="0" lang="en-US" sz="2100" strike="noStrike" u="none">
                <a:solidFill>
                  <a:srgbClr val="000000"/>
                </a:solidFill>
                <a:uFillTx/>
                <a:latin typeface="Arial"/>
              </a:rPr>
              <a:t>Contribution: While not in a formal governmental position, Umm Salama (RA) played a vital role in advising Hazrat Umar (RA) and others in the political and social aspects of governance. Her insight and wisdom were valued by the early Muslim community.</a:t>
            </a:r>
            <a:br>
              <a:rPr sz="2100"/>
            </a:br>
            <a:r>
              <a:rPr b="0" lang="en-US" sz="2100" strike="noStrike" u="none">
                <a:solidFill>
                  <a:srgbClr val="000000"/>
                </a:solidFill>
                <a:uFillTx/>
                <a:latin typeface="Arial"/>
              </a:rPr>
              <a:t>Recognition: Hazrat Umar (RA) was known to have sought her counsel, particularly in matters of public interest, reflecting the respect for her knowledge and experience.</a:t>
            </a:r>
            <a:br>
              <a:rPr sz="2100"/>
            </a:br>
            <a:endParaRPr b="0" lang="en-US" sz="2100" strike="noStrike" u="none">
              <a:solidFill>
                <a:srgbClr val="000000"/>
              </a:solidFill>
              <a:uFillTx/>
              <a:latin typeface="Arial"/>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2" presetSubtype="4">
                                  <p:stCondLst>
                                    <p:cond delay="0"/>
                                  </p:stCondLst>
                                  <p:childTnLst>
                                    <p:set>
                                      <p:cBhvr>
                                        <p:cTn id="6" dur="1" fill="hold">
                                          <p:stCondLst>
                                            <p:cond delay="0"/>
                                          </p:stCondLst>
                                        </p:cTn>
                                        <p:tgtEl>
                                          <p:spTgt spid="54"/>
                                        </p:tgtEl>
                                        <p:attrNameLst>
                                          <p:attrName>style.visibility</p:attrName>
                                        </p:attrNameLst>
                                      </p:cBhvr>
                                      <p:to>
                                        <p:strVal val="visible"/>
                                      </p:to>
                                    </p:set>
                                    <p:anim calcmode="lin" valueType="num">
                                      <p:cBhvr additive="repl">
                                        <p:cTn id="7" dur="500" fill="hold"/>
                                        <p:tgtEl>
                                          <p:spTgt spid="54"/>
                                        </p:tgtEl>
                                        <p:attrNameLst>
                                          <p:attrName>ppt_x</p:attrName>
                                        </p:attrNameLst>
                                      </p:cBhvr>
                                      <p:tavLst>
                                        <p:tav tm="0">
                                          <p:val>
                                            <p:strVal val="#ppt_x"/>
                                          </p:val>
                                        </p:tav>
                                        <p:tav tm="100000">
                                          <p:val>
                                            <p:strVal val="#ppt_x"/>
                                          </p:val>
                                        </p:tav>
                                      </p:tavLst>
                                    </p:anim>
                                    <p:anim calcmode="lin" valueType="num">
                                      <p:cBhvr additive="repl">
                                        <p:cTn id="8" dur="500" fill="hold"/>
                                        <p:tgtEl>
                                          <p:spTgt spid="5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 name="PlaceHolder 1"/>
          <p:cNvSpPr>
            <a:spLocks noGrp="1"/>
          </p:cNvSpPr>
          <p:nvPr>
            <p:ph type="title"/>
          </p:nvPr>
        </p:nvSpPr>
        <p:spPr>
          <a:xfrm>
            <a:off x="504000" y="226080"/>
            <a:ext cx="9069480" cy="944280"/>
          </a:xfrm>
          <a:prstGeom prst="rect">
            <a:avLst/>
          </a:prstGeom>
          <a:noFill/>
          <a:ln w="0">
            <a:noFill/>
          </a:ln>
        </p:spPr>
        <p:txBody>
          <a:bodyPr lIns="0" rIns="0" tIns="0" bIns="0" anchor="ctr">
            <a:noAutofit/>
          </a:bodyPr>
          <a:p>
            <a:pPr indent="0" algn="ctr">
              <a:lnSpc>
                <a:spcPct val="100000"/>
              </a:lnSpc>
              <a:buNone/>
              <a:tabLst>
                <a:tab algn="l" pos="0"/>
              </a:tabLst>
            </a:pPr>
            <a:r>
              <a:rPr b="0" lang="en-US" sz="4400" strike="noStrike" u="none">
                <a:solidFill>
                  <a:srgbClr val="000000"/>
                </a:solidFill>
                <a:uFillTx/>
                <a:latin typeface="Arial"/>
              </a:rPr>
              <a:t>Shifa Bint Abdullah (R.A)</a:t>
            </a:r>
            <a:endParaRPr b="0" lang="en-US" sz="4400" strike="noStrike" u="none">
              <a:solidFill>
                <a:srgbClr val="000000"/>
              </a:solidFill>
              <a:uFillTx/>
              <a:latin typeface="Arial"/>
            </a:endParaRPr>
          </a:p>
        </p:txBody>
      </p:sp>
      <p:sp>
        <p:nvSpPr>
          <p:cNvPr id="56" name="PlaceHolder 2"/>
          <p:cNvSpPr>
            <a:spLocks noGrp="1"/>
          </p:cNvSpPr>
          <p:nvPr>
            <p:ph type="title"/>
          </p:nvPr>
        </p:nvSpPr>
        <p:spPr>
          <a:xfrm>
            <a:off x="514800" y="1600200"/>
            <a:ext cx="9069480" cy="3886200"/>
          </a:xfrm>
          <a:prstGeom prst="rect">
            <a:avLst/>
          </a:prstGeom>
          <a:noFill/>
          <a:ln w="0">
            <a:noFill/>
          </a:ln>
        </p:spPr>
        <p:txBody>
          <a:bodyPr lIns="0" rIns="0" tIns="0" bIns="0" anchor="ctr">
            <a:noAutofit/>
          </a:bodyPr>
          <a:p>
            <a:pPr indent="0">
              <a:spcBef>
                <a:spcPts val="1191"/>
              </a:spcBef>
              <a:spcAft>
                <a:spcPts val="992"/>
              </a:spcAft>
              <a:buNone/>
            </a:pPr>
            <a:r>
              <a:rPr b="0" lang="en-US" sz="2100" strike="noStrike" u="none">
                <a:solidFill>
                  <a:srgbClr val="000000"/>
                </a:solidFill>
                <a:uFillTx/>
                <a:latin typeface="Arial"/>
              </a:rPr>
              <a:t>Role: Shifa bint Abdullah (RA) was a woman of great wisdom and </a:t>
            </a:r>
            <a:r>
              <a:rPr b="0" lang="en-US" sz="2100" strike="noStrike" u="none">
                <a:solidFill>
                  <a:srgbClr val="000000"/>
                </a:solidFill>
                <a:uFillTx/>
                <a:latin typeface="Arial"/>
              </a:rPr>
              <a:t>knowledge. During Hazrat Umar’s (RA) caliphate, she was appointed as a </a:t>
            </a:r>
            <a:r>
              <a:rPr b="0" lang="en-US" sz="2100" strike="noStrike" u="none">
                <a:solidFill>
                  <a:srgbClr val="000000"/>
                </a:solidFill>
                <a:uFillTx/>
                <a:latin typeface="Arial"/>
              </a:rPr>
              <a:t>market inspector (Shifa held a position related to the management of </a:t>
            </a:r>
            <a:r>
              <a:rPr b="0" lang="en-US" sz="2100" strike="noStrike" u="none">
                <a:solidFill>
                  <a:srgbClr val="000000"/>
                </a:solidFill>
                <a:uFillTx/>
                <a:latin typeface="Arial"/>
              </a:rPr>
              <a:t>markets and commerce in Medina).</a:t>
            </a:r>
            <a:br>
              <a:rPr sz="2100"/>
            </a:br>
            <a:r>
              <a:rPr b="0" lang="en-US" sz="2100" strike="noStrike" u="none">
                <a:solidFill>
                  <a:srgbClr val="000000"/>
                </a:solidFill>
                <a:uFillTx/>
                <a:latin typeface="Arial"/>
              </a:rPr>
              <a:t>Contribution: Shifa (RA) had an administrative role that involved overseeing </a:t>
            </a:r>
            <a:r>
              <a:rPr b="0" lang="en-US" sz="2100" strike="noStrike" u="none">
                <a:solidFill>
                  <a:srgbClr val="000000"/>
                </a:solidFill>
                <a:uFillTx/>
                <a:latin typeface="Arial"/>
              </a:rPr>
              <a:t>the market, ensuring fair trade, and dealing with any issues related to </a:t>
            </a:r>
            <a:r>
              <a:rPr b="0" lang="en-US" sz="2100" strike="noStrike" u="none">
                <a:solidFill>
                  <a:srgbClr val="000000"/>
                </a:solidFill>
                <a:uFillTx/>
                <a:latin typeface="Arial"/>
              </a:rPr>
              <a:t>commerce. Hazrat Umar (RA) trusted her administrative capabilities and </a:t>
            </a:r>
            <a:r>
              <a:rPr b="0" lang="en-US" sz="2100" strike="noStrike" u="none">
                <a:solidFill>
                  <a:srgbClr val="000000"/>
                </a:solidFill>
                <a:uFillTx/>
                <a:latin typeface="Arial"/>
              </a:rPr>
              <a:t>appointed her for this important role, showing his trust in her leadership and </a:t>
            </a:r>
            <a:r>
              <a:rPr b="0" lang="en-US" sz="2100" strike="noStrike" u="none">
                <a:solidFill>
                  <a:srgbClr val="000000"/>
                </a:solidFill>
                <a:uFillTx/>
                <a:latin typeface="Arial"/>
              </a:rPr>
              <a:t>governance.</a:t>
            </a:r>
            <a:br>
              <a:rPr sz="2100"/>
            </a:br>
            <a:r>
              <a:rPr b="0" lang="en-US" sz="2100" strike="noStrike" u="none">
                <a:solidFill>
                  <a:srgbClr val="000000"/>
                </a:solidFill>
                <a:uFillTx/>
                <a:latin typeface="Arial"/>
              </a:rPr>
              <a:t>Recognition: Shifa (RA) was known for her sharp judgment and leadership </a:t>
            </a:r>
            <a:r>
              <a:rPr b="0" lang="en-US" sz="2100" strike="noStrike" u="none">
                <a:solidFill>
                  <a:srgbClr val="000000"/>
                </a:solidFill>
                <a:uFillTx/>
                <a:latin typeface="Arial"/>
              </a:rPr>
              <a:t>skills. Hazrat Umar (RA) once appointed her to oversee the market in </a:t>
            </a:r>
            <a:r>
              <a:rPr b="0" lang="en-US" sz="2100" strike="noStrike" u="none">
                <a:solidFill>
                  <a:srgbClr val="000000"/>
                </a:solidFill>
                <a:uFillTx/>
                <a:latin typeface="Arial"/>
              </a:rPr>
              <a:t>Medina, demonstrating that women could hold governmental and managerial </a:t>
            </a:r>
            <a:r>
              <a:rPr b="0" lang="en-US" sz="2100" strike="noStrike" u="none">
                <a:solidFill>
                  <a:srgbClr val="000000"/>
                </a:solidFill>
                <a:uFillTx/>
                <a:latin typeface="Arial"/>
              </a:rPr>
              <a:t>roles under his rule.</a:t>
            </a:r>
            <a:br>
              <a:rPr sz="2100"/>
            </a:br>
            <a:endParaRPr b="0" lang="en-US" sz="2100" strike="noStrike" u="none">
              <a:solidFill>
                <a:srgbClr val="000000"/>
              </a:solidFill>
              <a:uFillTx/>
              <a:latin typeface="Arial"/>
            </a:endParaRPr>
          </a:p>
        </p:txBody>
      </p:sp>
    </p:spTree>
  </p:cSld>
  <mc:AlternateContent>
    <mc:Choice Requires="p14">
      <p:transition spd="slow" p14:dur="2000"/>
    </mc:Choice>
    <mc:Fallback>
      <p:transition spd="slow"/>
    </mc:Fallback>
  </mc:AlternateContent>
  <p:timing>
    <p:tnLst>
      <p:par>
        <p:cTn id="9" dur="indefinite" restart="never" nodeType="tmRoot">
          <p:childTnLst>
            <p:seq>
              <p:cTn id="10" dur="indefinite" nodeType="mainSeq">
                <p:childTnLst>
                  <p:par>
                    <p:cTn id="11" fill="hold">
                      <p:stCondLst>
                        <p:cond delay="indefinite"/>
                      </p:stCondLst>
                      <p:childTnLst>
                        <p:par>
                          <p:cTn id="12" fill="hold">
                            <p:stCondLst>
                              <p:cond delay="0"/>
                            </p:stCondLst>
                            <p:childTnLst>
                              <p:par>
                                <p:cTn id="13" nodeType="clickEffect" fill="hold" presetClass="entr" presetID="2" presetSubtype="4">
                                  <p:stCondLst>
                                    <p:cond delay="0"/>
                                  </p:stCondLst>
                                  <p:childTnLst>
                                    <p:set>
                                      <p:cBhvr>
                                        <p:cTn id="14" dur="1" fill="hold">
                                          <p:stCondLst>
                                            <p:cond delay="0"/>
                                          </p:stCondLst>
                                        </p:cTn>
                                        <p:tgtEl>
                                          <p:spTgt spid="56"/>
                                        </p:tgtEl>
                                        <p:attrNameLst>
                                          <p:attrName>style.visibility</p:attrName>
                                        </p:attrNameLst>
                                      </p:cBhvr>
                                      <p:to>
                                        <p:strVal val="visible"/>
                                      </p:to>
                                    </p:set>
                                    <p:anim calcmode="lin" valueType="num">
                                      <p:cBhvr additive="repl">
                                        <p:cTn id="15" dur="500" fill="hold"/>
                                        <p:tgtEl>
                                          <p:spTgt spid="56"/>
                                        </p:tgtEl>
                                        <p:attrNameLst>
                                          <p:attrName>ppt_x</p:attrName>
                                        </p:attrNameLst>
                                      </p:cBhvr>
                                      <p:tavLst>
                                        <p:tav tm="0">
                                          <p:val>
                                            <p:strVal val="#ppt_x"/>
                                          </p:val>
                                        </p:tav>
                                        <p:tav tm="100000">
                                          <p:val>
                                            <p:strVal val="#ppt_x"/>
                                          </p:val>
                                        </p:tav>
                                      </p:tavLst>
                                    </p:anim>
                                    <p:anim calcmode="lin" valueType="num">
                                      <p:cBhvr additive="repl">
                                        <p:cTn id="16" dur="500" fill="hold"/>
                                        <p:tgtEl>
                                          <p:spTgt spid="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 name="PlaceHolder 1"/>
          <p:cNvSpPr>
            <a:spLocks noGrp="1"/>
          </p:cNvSpPr>
          <p:nvPr>
            <p:ph type="title"/>
          </p:nvPr>
        </p:nvSpPr>
        <p:spPr>
          <a:xfrm>
            <a:off x="504000" y="226080"/>
            <a:ext cx="9069480" cy="944280"/>
          </a:xfrm>
          <a:prstGeom prst="rect">
            <a:avLst/>
          </a:prstGeom>
          <a:noFill/>
          <a:ln w="0">
            <a:noFill/>
          </a:ln>
        </p:spPr>
        <p:txBody>
          <a:bodyPr lIns="0" rIns="0" tIns="0" bIns="0" anchor="ctr">
            <a:noAutofit/>
          </a:bodyPr>
          <a:p>
            <a:pPr indent="0" algn="ctr">
              <a:lnSpc>
                <a:spcPct val="100000"/>
              </a:lnSpc>
              <a:spcBef>
                <a:spcPts val="1191"/>
              </a:spcBef>
              <a:spcAft>
                <a:spcPts val="992"/>
              </a:spcAft>
              <a:buNone/>
              <a:tabLst>
                <a:tab algn="l" pos="0"/>
              </a:tabLst>
            </a:pPr>
            <a:r>
              <a:rPr b="0" lang="en-US" sz="4400" strike="noStrike" u="none">
                <a:solidFill>
                  <a:srgbClr val="000000"/>
                </a:solidFill>
                <a:uFillTx/>
                <a:latin typeface="Arial"/>
              </a:rPr>
              <a:t>Umm al-Darda (RA)</a:t>
            </a:r>
            <a:endParaRPr b="0" lang="en-US" sz="4400" strike="noStrike" u="none">
              <a:solidFill>
                <a:srgbClr val="000000"/>
              </a:solidFill>
              <a:uFillTx/>
              <a:latin typeface="Arial"/>
            </a:endParaRPr>
          </a:p>
        </p:txBody>
      </p:sp>
      <p:sp>
        <p:nvSpPr>
          <p:cNvPr id="58" name="PlaceHolder 2"/>
          <p:cNvSpPr>
            <a:spLocks noGrp="1"/>
          </p:cNvSpPr>
          <p:nvPr>
            <p:ph type="title"/>
          </p:nvPr>
        </p:nvSpPr>
        <p:spPr>
          <a:xfrm>
            <a:off x="514800" y="1600200"/>
            <a:ext cx="9069480" cy="3886200"/>
          </a:xfrm>
          <a:prstGeom prst="rect">
            <a:avLst/>
          </a:prstGeom>
          <a:noFill/>
          <a:ln w="0">
            <a:noFill/>
          </a:ln>
        </p:spPr>
        <p:txBody>
          <a:bodyPr lIns="0" rIns="0" tIns="0" bIns="0" anchor="ctr">
            <a:noAutofit/>
          </a:bodyPr>
          <a:p>
            <a:pPr indent="0">
              <a:spcBef>
                <a:spcPts val="1191"/>
              </a:spcBef>
              <a:spcAft>
                <a:spcPts val="992"/>
              </a:spcAft>
              <a:buNone/>
            </a:pPr>
            <a:r>
              <a:rPr b="0" lang="en-US" sz="2100" strike="noStrike" u="none">
                <a:solidFill>
                  <a:srgbClr val="000000"/>
                </a:solidFill>
                <a:uFillTx/>
                <a:latin typeface="Arial"/>
              </a:rPr>
              <a:t>Role: A renowned scholar, educator, and advisor, Umm al-Darda (RA) is often cited as one of the most learned women of her time. She was highly respected for her knowledge of Islamic law and was frequently consulted by male companions, including Hazrat Umar (RA), on religious and legal matters.</a:t>
            </a:r>
            <a:br>
              <a:rPr sz="2100"/>
            </a:br>
            <a:r>
              <a:rPr b="0" lang="en-US" sz="2100" strike="noStrike" u="none">
                <a:solidFill>
                  <a:srgbClr val="000000"/>
                </a:solidFill>
                <a:uFillTx/>
                <a:latin typeface="Arial"/>
              </a:rPr>
              <a:t>Contribution: Umm al-Darda (RA) was an influential figure in the community, providing counsel on important matters and playing an advisory role. She was considered a leading scholar, and her home was often visited by people seeking religious advice.</a:t>
            </a:r>
            <a:br>
              <a:rPr sz="2100"/>
            </a:br>
            <a:r>
              <a:rPr b="0" lang="en-US" sz="2100" strike="noStrike" u="none">
                <a:solidFill>
                  <a:srgbClr val="000000"/>
                </a:solidFill>
                <a:uFillTx/>
                <a:latin typeface="Arial"/>
              </a:rPr>
              <a:t>Recognition: Hazrat Umar (RA) and other companions recognized her intellect and expertise, and she was given respect for her contributions to both religious and administrative matters.</a:t>
            </a:r>
            <a:endParaRPr b="0" lang="en-US" sz="2100" strike="noStrike" u="none">
              <a:solidFill>
                <a:srgbClr val="000000"/>
              </a:solidFill>
              <a:uFillTx/>
              <a:latin typeface="Arial"/>
            </a:endParaRPr>
          </a:p>
        </p:txBody>
      </p:sp>
    </p:spTree>
  </p:cSld>
  <mc:AlternateContent>
    <mc:Choice Requires="p14">
      <p:transition spd="slow" p14:dur="2000"/>
    </mc:Choice>
    <mc:Fallback>
      <p:transition spd="slow"/>
    </mc:Fallback>
  </mc:AlternateContent>
  <p:timing>
    <p:tnLst>
      <p:par>
        <p:cTn id="17" dur="indefinite" restart="never" nodeType="tmRoot">
          <p:childTnLst>
            <p:seq>
              <p:cTn id="18" dur="indefinite" nodeType="mainSeq">
                <p:childTnLst>
                  <p:par>
                    <p:cTn id="19" fill="hold">
                      <p:stCondLst>
                        <p:cond delay="indefinite"/>
                      </p:stCondLst>
                      <p:childTnLst>
                        <p:par>
                          <p:cTn id="20" fill="hold">
                            <p:stCondLst>
                              <p:cond delay="0"/>
                            </p:stCondLst>
                            <p:childTnLst>
                              <p:par>
                                <p:cTn id="21" nodeType="clickEffect" fill="hold" presetClass="entr" presetID="2" presetSubtype="4">
                                  <p:stCondLst>
                                    <p:cond delay="0"/>
                                  </p:stCondLst>
                                  <p:childTnLst>
                                    <p:set>
                                      <p:cBhvr>
                                        <p:cTn id="22" dur="1" fill="hold">
                                          <p:stCondLst>
                                            <p:cond delay="0"/>
                                          </p:stCondLst>
                                        </p:cTn>
                                        <p:tgtEl>
                                          <p:spTgt spid="58"/>
                                        </p:tgtEl>
                                        <p:attrNameLst>
                                          <p:attrName>style.visibility</p:attrName>
                                        </p:attrNameLst>
                                      </p:cBhvr>
                                      <p:to>
                                        <p:strVal val="visible"/>
                                      </p:to>
                                    </p:set>
                                    <p:anim calcmode="lin" valueType="num">
                                      <p:cBhvr additive="repl">
                                        <p:cTn id="23" dur="500" fill="hold"/>
                                        <p:tgtEl>
                                          <p:spTgt spid="58"/>
                                        </p:tgtEl>
                                        <p:attrNameLst>
                                          <p:attrName>ppt_x</p:attrName>
                                        </p:attrNameLst>
                                      </p:cBhvr>
                                      <p:tavLst>
                                        <p:tav tm="0">
                                          <p:val>
                                            <p:strVal val="#ppt_x"/>
                                          </p:val>
                                        </p:tav>
                                        <p:tav tm="100000">
                                          <p:val>
                                            <p:strVal val="#ppt_x"/>
                                          </p:val>
                                        </p:tav>
                                      </p:tavLst>
                                    </p:anim>
                                    <p:anim calcmode="lin" valueType="num">
                                      <p:cBhvr additive="repl">
                                        <p:cTn id="24" dur="500" fill="hold"/>
                                        <p:tgtEl>
                                          <p:spTgt spid="5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 name="PlaceHolder 1"/>
          <p:cNvSpPr>
            <a:spLocks noGrp="1"/>
          </p:cNvSpPr>
          <p:nvPr>
            <p:ph type="title"/>
          </p:nvPr>
        </p:nvSpPr>
        <p:spPr>
          <a:xfrm>
            <a:off x="504000" y="226080"/>
            <a:ext cx="9069480" cy="944280"/>
          </a:xfrm>
          <a:prstGeom prst="rect">
            <a:avLst/>
          </a:prstGeom>
          <a:noFill/>
          <a:ln w="0">
            <a:noFill/>
          </a:ln>
        </p:spPr>
        <p:txBody>
          <a:bodyPr lIns="0" rIns="0" tIns="0" bIns="0" anchor="ctr">
            <a:noAutofit/>
          </a:bodyPr>
          <a:p>
            <a:pPr indent="0" algn="ctr">
              <a:lnSpc>
                <a:spcPct val="100000"/>
              </a:lnSpc>
              <a:buNone/>
              <a:tabLst>
                <a:tab algn="l" pos="0"/>
              </a:tabLst>
            </a:pPr>
            <a:r>
              <a:rPr b="0" lang="en-US" sz="4400" strike="noStrike" u="none">
                <a:solidFill>
                  <a:srgbClr val="000000"/>
                </a:solidFill>
                <a:uFillTx/>
                <a:latin typeface="Arial"/>
              </a:rPr>
              <a:t>Future</a:t>
            </a:r>
            <a:endParaRPr b="0" lang="en-US" sz="4400" strike="noStrike" u="none">
              <a:solidFill>
                <a:srgbClr val="000000"/>
              </a:solidFill>
              <a:uFillTx/>
              <a:latin typeface="Arial"/>
            </a:endParaRPr>
          </a:p>
        </p:txBody>
      </p:sp>
      <p:sp>
        <p:nvSpPr>
          <p:cNvPr id="60" name="PlaceHolder 2"/>
          <p:cNvSpPr>
            <a:spLocks noGrp="1"/>
          </p:cNvSpPr>
          <p:nvPr>
            <p:ph type="title"/>
          </p:nvPr>
        </p:nvSpPr>
        <p:spPr>
          <a:xfrm>
            <a:off x="514800" y="2412000"/>
            <a:ext cx="9069480" cy="912240"/>
          </a:xfrm>
          <a:prstGeom prst="rect">
            <a:avLst/>
          </a:prstGeom>
          <a:noFill/>
          <a:ln w="0">
            <a:noFill/>
          </a:ln>
        </p:spPr>
        <p:txBody>
          <a:bodyPr lIns="0" rIns="0" tIns="0" bIns="0" anchor="ctr">
            <a:noAutofit/>
          </a:bodyPr>
          <a:p>
            <a:pPr indent="0" algn="ctr">
              <a:lnSpc>
                <a:spcPct val="100000"/>
              </a:lnSpc>
              <a:buNone/>
              <a:tabLst>
                <a:tab algn="l" pos="0"/>
              </a:tabLst>
            </a:pPr>
            <a:r>
              <a:rPr b="0" lang="en-US" sz="3600" strike="noStrike" u="none">
                <a:solidFill>
                  <a:srgbClr val="000000"/>
                </a:solidFill>
                <a:uFillTx/>
                <a:latin typeface="Arial"/>
              </a:rPr>
              <a:t>Bright</a:t>
            </a:r>
            <a:endParaRPr b="0" lang="en-US" sz="3600" strike="noStrike" u="none">
              <a:solidFill>
                <a:srgbClr val="000000"/>
              </a:solidFill>
              <a:uFillTx/>
              <a:latin typeface="Arial"/>
            </a:endParaRPr>
          </a:p>
        </p:txBody>
      </p:sp>
      <p:sp>
        <p:nvSpPr>
          <p:cNvPr id="61" name="PlaceHolder 3"/>
          <p:cNvSpPr>
            <a:spLocks noGrp="1"/>
          </p:cNvSpPr>
          <p:nvPr>
            <p:ph type="title"/>
          </p:nvPr>
        </p:nvSpPr>
        <p:spPr>
          <a:xfrm>
            <a:off x="514800" y="3326400"/>
            <a:ext cx="9069480" cy="912240"/>
          </a:xfrm>
          <a:prstGeom prst="rect">
            <a:avLst/>
          </a:prstGeom>
          <a:noFill/>
          <a:ln w="0">
            <a:noFill/>
          </a:ln>
        </p:spPr>
        <p:txBody>
          <a:bodyPr lIns="0" rIns="0" tIns="0" bIns="0" anchor="ctr">
            <a:noAutofit/>
          </a:bodyPr>
          <a:p>
            <a:pPr indent="0" algn="ctr">
              <a:lnSpc>
                <a:spcPct val="100000"/>
              </a:lnSpc>
              <a:buNone/>
              <a:tabLst>
                <a:tab algn="l" pos="0"/>
              </a:tabLst>
            </a:pPr>
            <a:r>
              <a:rPr b="0" lang="en-US" sz="3600" strike="noStrike" u="none">
                <a:solidFill>
                  <a:srgbClr val="000000"/>
                </a:solidFill>
                <a:uFillTx/>
                <a:latin typeface="Arial"/>
              </a:rPr>
              <a:t>Blockchain will be everywhere</a:t>
            </a:r>
            <a:endParaRPr b="0" lang="en-US" sz="3600" strike="noStrike" u="none">
              <a:solidFill>
                <a:srgbClr val="000000"/>
              </a:solidFill>
              <a:uFillTx/>
              <a:latin typeface="Arial"/>
            </a:endParaRPr>
          </a:p>
        </p:txBody>
      </p:sp>
    </p:spTree>
  </p:cSld>
  <mc:AlternateContent>
    <mc:Choice Requires="p14">
      <p:transition spd="slow" p14:dur="2000"/>
    </mc:Choice>
    <mc:Fallback>
      <p:transition spd="slow"/>
    </mc:Fallback>
  </mc:AlternateContent>
  <p:timing>
    <p:tnLst>
      <p:par>
        <p:cTn id="25" dur="indefinite" restart="never" nodeType="tmRoot">
          <p:childTnLst>
            <p:seq>
              <p:cTn id="26" dur="indefinite" nodeType="mainSeq">
                <p:childTnLst>
                  <p:par>
                    <p:cTn id="27" fill="hold">
                      <p:stCondLst>
                        <p:cond delay="indefinite"/>
                      </p:stCondLst>
                      <p:childTnLst>
                        <p:par>
                          <p:cTn id="28" fill="hold">
                            <p:stCondLst>
                              <p:cond delay="0"/>
                            </p:stCondLst>
                            <p:childTnLst>
                              <p:par>
                                <p:cTn id="29" nodeType="clickEffect" fill="hold" presetClass="entr" presetID="2" presetSubtype="4">
                                  <p:stCondLst>
                                    <p:cond delay="0"/>
                                  </p:stCondLst>
                                  <p:childTnLst>
                                    <p:set>
                                      <p:cBhvr>
                                        <p:cTn id="30" dur="1" fill="hold">
                                          <p:stCondLst>
                                            <p:cond delay="0"/>
                                          </p:stCondLst>
                                        </p:cTn>
                                        <p:tgtEl>
                                          <p:spTgt spid="60"/>
                                        </p:tgtEl>
                                        <p:attrNameLst>
                                          <p:attrName>style.visibility</p:attrName>
                                        </p:attrNameLst>
                                      </p:cBhvr>
                                      <p:to>
                                        <p:strVal val="visible"/>
                                      </p:to>
                                    </p:set>
                                    <p:anim calcmode="lin" valueType="num">
                                      <p:cBhvr additive="repl">
                                        <p:cTn id="31" dur="500" fill="hold"/>
                                        <p:tgtEl>
                                          <p:spTgt spid="60"/>
                                        </p:tgtEl>
                                        <p:attrNameLst>
                                          <p:attrName>ppt_x</p:attrName>
                                        </p:attrNameLst>
                                      </p:cBhvr>
                                      <p:tavLst>
                                        <p:tav tm="0">
                                          <p:val>
                                            <p:strVal val="#ppt_x"/>
                                          </p:val>
                                        </p:tav>
                                        <p:tav tm="100000">
                                          <p:val>
                                            <p:strVal val="#ppt_x"/>
                                          </p:val>
                                        </p:tav>
                                      </p:tavLst>
                                    </p:anim>
                                    <p:anim calcmode="lin" valueType="num">
                                      <p:cBhvr additive="repl">
                                        <p:cTn id="32" dur="500" fill="hold"/>
                                        <p:tgtEl>
                                          <p:spTgt spid="6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nodeType="clickEffect" fill="hold" presetClass="entr" presetID="2" presetSubtype="4">
                                  <p:stCondLst>
                                    <p:cond delay="0"/>
                                  </p:stCondLst>
                                  <p:childTnLst>
                                    <p:set>
                                      <p:cBhvr>
                                        <p:cTn id="36" dur="1" fill="hold">
                                          <p:stCondLst>
                                            <p:cond delay="0"/>
                                          </p:stCondLst>
                                        </p:cTn>
                                        <p:tgtEl>
                                          <p:spTgt spid="61"/>
                                        </p:tgtEl>
                                        <p:attrNameLst>
                                          <p:attrName>style.visibility</p:attrName>
                                        </p:attrNameLst>
                                      </p:cBhvr>
                                      <p:to>
                                        <p:strVal val="visible"/>
                                      </p:to>
                                    </p:set>
                                    <p:anim calcmode="lin" valueType="num">
                                      <p:cBhvr additive="repl">
                                        <p:cTn id="37" dur="500" fill="hold"/>
                                        <p:tgtEl>
                                          <p:spTgt spid="61"/>
                                        </p:tgtEl>
                                        <p:attrNameLst>
                                          <p:attrName>ppt_x</p:attrName>
                                        </p:attrNameLst>
                                      </p:cBhvr>
                                      <p:tavLst>
                                        <p:tav tm="0">
                                          <p:val>
                                            <p:strVal val="#ppt_x"/>
                                          </p:val>
                                        </p:tav>
                                        <p:tav tm="100000">
                                          <p:val>
                                            <p:strVal val="#ppt_x"/>
                                          </p:val>
                                        </p:tav>
                                      </p:tavLst>
                                    </p:anim>
                                    <p:anim calcmode="lin" valueType="num">
                                      <p:cBhvr additive="repl">
                                        <p:cTn id="38" dur="500" fill="hold"/>
                                        <p:tgtEl>
                                          <p:spTgt spid="6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253960"/>
            <a:ext cx="9069480" cy="944280"/>
          </a:xfrm>
          <a:prstGeom prst="rect">
            <a:avLst/>
          </a:prstGeom>
          <a:noFill/>
          <a:ln w="0">
            <a:noFill/>
          </a:ln>
        </p:spPr>
        <p:txBody>
          <a:bodyPr lIns="0" rIns="0" tIns="0" bIns="0" anchor="ctr">
            <a:noAutofit/>
          </a:bodyPr>
          <a:p>
            <a:pPr indent="0" algn="ctr">
              <a:lnSpc>
                <a:spcPct val="100000"/>
              </a:lnSpc>
              <a:buNone/>
              <a:tabLst>
                <a:tab algn="l" pos="0"/>
              </a:tabLst>
            </a:pPr>
            <a:r>
              <a:rPr b="0" lang="en-US" sz="4400" strike="noStrike" u="none">
                <a:solidFill>
                  <a:srgbClr val="000000"/>
                </a:solidFill>
                <a:uFillTx/>
                <a:latin typeface="Arial"/>
              </a:rPr>
              <a:t>Any Question?</a:t>
            </a:r>
            <a:endParaRPr b="0" lang="en-US" sz="4400" strike="noStrike" u="none">
              <a:solidFill>
                <a:srgbClr val="000000"/>
              </a:solidFill>
              <a:uFillTx/>
              <a:latin typeface="Arial"/>
            </a:endParaRPr>
          </a:p>
        </p:txBody>
      </p:sp>
      <p:sp>
        <p:nvSpPr>
          <p:cNvPr id="63" name="PlaceHolder 2"/>
          <p:cNvSpPr>
            <a:spLocks noGrp="1"/>
          </p:cNvSpPr>
          <p:nvPr>
            <p:ph/>
          </p:nvPr>
        </p:nvSpPr>
        <p:spPr>
          <a:xfrm>
            <a:off x="2514600" y="3612960"/>
            <a:ext cx="5484600" cy="500400"/>
          </a:xfrm>
          <a:prstGeom prst="rect">
            <a:avLst/>
          </a:prstGeom>
          <a:noFill/>
          <a:ln w="0">
            <a:noFill/>
          </a:ln>
        </p:spPr>
        <p:txBody>
          <a:bodyPr lIns="0" rIns="0" tIns="0" bIns="0" anchor="t">
            <a:noAutofit/>
          </a:bodyPr>
          <a:p>
            <a:pPr indent="0" algn="ctr">
              <a:lnSpc>
                <a:spcPct val="100000"/>
              </a:lnSpc>
              <a:spcBef>
                <a:spcPts val="1417"/>
              </a:spcBef>
              <a:buNone/>
              <a:tabLst>
                <a:tab algn="l" pos="0"/>
              </a:tabLst>
            </a:pPr>
            <a:r>
              <a:rPr b="0" lang="en-US" sz="2000" strike="noStrike" u="none">
                <a:solidFill>
                  <a:srgbClr val="000000"/>
                </a:solidFill>
                <a:uFillTx/>
                <a:latin typeface="Arial"/>
              </a:rPr>
              <a:t>I encourage you to ask question...</a:t>
            </a:r>
            <a:endParaRPr b="0" lang="en-US" sz="20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Default">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Default">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Default">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Default">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Default">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245</TotalTime>
  <Application>LibreOffice/24.8.3.2$Linux_X86_64 LibreOffice_project/480$Build-2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2025-01-07T07:55:33Z</dcterms:created>
  <dc:creator>Change Spark</dc:creator>
  <dc:description/>
  <dc:language>en-US</dc:language>
  <cp:lastModifiedBy/>
  <dcterms:modified xsi:type="dcterms:W3CDTF">2025-01-11T04:16:06Z</dcterms:modified>
  <cp:revision>28</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12</vt:r8>
  </property>
  <property fmtid="{D5CDD505-2E9C-101B-9397-08002B2CF9AE}" pid="3" name="PresentationFormat">
    <vt:lpwstr>Widescreen</vt:lpwstr>
  </property>
  <property fmtid="{D5CDD505-2E9C-101B-9397-08002B2CF9AE}" pid="4" name="Slides">
    <vt:r8>12</vt:r8>
  </property>
</Properties>
</file>