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457" autoAdjust="0"/>
  </p:normalViewPr>
  <p:slideViewPr>
    <p:cSldViewPr snapToGrid="0">
      <p:cViewPr varScale="1">
        <p:scale>
          <a:sx n="82" d="100"/>
          <a:sy n="82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B068F05E-ADF5-4CF4-BD51-52B31A02E46E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945627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DDE01F2E-9D4C-45E0-BBA7-79E7232329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02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C5DCF4F-DD82-4EBF-BE48-19531E143AC7}" type="slidenum">
              <a:t>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42E920D-5575-4D92-944E-8010EAC4C0F3}" type="slidenum">
              <a:t>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97D385C-2ABB-4688-B328-607294DE9A2A}" type="slidenum">
              <a:t>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lvl="0" algn="l"/>
            <a:r>
              <a:rPr lang="en-US"/>
              <a:t>Why blockchain – bcz it is the next OS of internet and almost every technology and industry- it will be the backbone of every industry soon and companies are waiting for you - it should be animated appear after 2.5 etc Seconds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09552FC-829D-4E8B-BC91-E00E02ED329D}" type="slidenum">
              <a:t>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lvl="0" algn="l"/>
            <a:r>
              <a:rPr lang="en-US"/>
              <a:t>I spend a year in the industry, and I can understand the need of blockchain professionals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EEE2563-B766-419E-BEF0-85298A5E671B}" type="slidenum">
              <a:t>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lvl="0"/>
            <a:r>
              <a:rPr lang="en-US"/>
              <a:t>Each one have multiple roles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A7792EB-568A-438F-A900-151E7FF42C14}" type="slidenum">
              <a:t>6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3CC44FD-DCF3-4A72-B21E-E33CE56ECF37}" type="slidenum">
              <a:t>7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lvl="0"/>
            <a:r>
              <a:rPr lang="en-US"/>
              <a:t>Each skill is not for everyone</a:t>
            </a:r>
          </a:p>
          <a:p>
            <a:pPr lvl="0"/>
            <a:r>
              <a:rPr lang="en-US"/>
              <a:t>Companies structures</a:t>
            </a:r>
          </a:p>
          <a:p>
            <a:pPr lvl="0"/>
            <a:r>
              <a:rPr lang="en-US"/>
              <a:t>I. policy, governance, managing, data privacy, country policy etc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9F0D954-768E-44A3-BCA5-8D7C12F99BEC}" type="slidenum">
              <a:t>8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C7EF852-B872-43D5-9368-957D1E4E7DB7}" type="slidenum">
              <a:t>9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lvl="0"/>
            <a:r>
              <a:rPr lang="en-US"/>
              <a:t>Blockchain is the future</a:t>
            </a:r>
          </a:p>
          <a:p>
            <a:pPr lv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E730E40-DCF3-4A91-9B54-8577472EFE9F}" type="slidenum">
              <a:t>10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6E29F0F-720A-420B-90A1-ABC5823BA62F}" type="slidenum">
              <a:t>11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A4C9E58-E300-4E28-A18C-C7A54676E09A}" type="slidenum">
              <a:t>12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3A8D2D2-B153-405F-B3C8-F6BFF1475B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55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81B20C-5439-4576-B49E-2934E35C05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7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6598EF1-4C38-40AF-BD8D-67F0C98FE9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81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A38070B-6AEE-4722-BD3F-5969E51D75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95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789F69-AC93-460F-B387-FAB7C068084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36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F540DF7-FA0D-46EA-B03D-E795DDEB4E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81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27A7308-0CAD-4013-B191-543B2E0C9B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89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C84E335-375B-4453-BAC8-36C5F7A353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D89CBE3-9534-4C64-95EE-F8615515773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C9C907-FE6C-4DD9-9F0C-B967E62A3A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24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D19A896-D41F-4036-A547-242726DC60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42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875CAF6B-9AB6-426B-80D0-31F4357AF9D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 txBox="1">
            <a:spLocks noGrp="1"/>
          </p:cNvSpPr>
          <p:nvPr>
            <p:ph type="subTitle" idx="4294967295"/>
          </p:nvPr>
        </p:nvSpPr>
        <p:spPr/>
        <p:txBody>
          <a:bodyPr vert="horz" anchor="ctr"/>
          <a:lstStyle/>
          <a:p>
            <a:pPr lvl="0" algn="ctr"/>
            <a:r>
              <a:rPr lang="en-US"/>
              <a:t>Sumama Rahim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43799" y="2286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ctr" rtl="0" hangingPunct="0"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Noto Sans CJK SC" pitchFamily="2"/>
                <a:cs typeface="Noto Sans Devanagari" pitchFamily="2"/>
              </a:rPr>
              <a:t>Date: 01/08/2025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9071640" cy="2286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Noto Sans CJK SC" pitchFamily="2"/>
                <a:cs typeface="Noto Sans Devanagari" pitchFamily="2"/>
              </a:rPr>
              <a:t>BS CS</a:t>
            </a:r>
          </a:p>
          <a:p>
            <a:pPr marL="0" marR="0" lvl="0" indent="0" algn="l" rtl="0" hangingPunct="0">
              <a:buNone/>
              <a:tabLst/>
            </a:pPr>
            <a:r>
              <a: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Noto Sans CJK SC" pitchFamily="2"/>
                <a:cs typeface="Noto Sans Devanagari" pitchFamily="2"/>
              </a:rPr>
              <a:t>F24 – Morning</a:t>
            </a:r>
          </a:p>
          <a:p>
            <a:pPr marL="0" marR="0" lvl="0" indent="0" algn="l" rtl="0" hangingPunct="0">
              <a:buNone/>
              <a:tabLst/>
            </a:pPr>
            <a:r>
              <a: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Noto Sans CJK SC" pitchFamily="2"/>
                <a:cs typeface="Noto Sans Devanagari" pitchFamily="2"/>
              </a:rPr>
              <a:t>English Comprehension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 txBox="1">
            <a:spLocks noGrp="1"/>
          </p:cNvSpPr>
          <p:nvPr>
            <p:ph type="subTitle" idx="4294967295"/>
          </p:nvPr>
        </p:nvSpPr>
        <p:spPr/>
        <p:txBody>
          <a:bodyPr vert="horz" anchor="ctr"/>
          <a:lstStyle/>
          <a:p>
            <a:pPr lvl="0" algn="ctr"/>
            <a:r>
              <a:rPr lang="en-US"/>
              <a:t>Giving an expert advice...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7200" y="2482560"/>
            <a:ext cx="9071640" cy="946440"/>
          </a:xfrm>
        </p:spPr>
        <p:txBody>
          <a:bodyPr vert="horz"/>
          <a:lstStyle/>
          <a:p>
            <a:pPr lvl="0"/>
            <a:r>
              <a:rPr lang="en-US"/>
              <a:t>Blockchain Technology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29560" y="2482560"/>
            <a:ext cx="9071640" cy="946440"/>
          </a:xfrm>
        </p:spPr>
        <p:txBody>
          <a:bodyPr vert="horz"/>
          <a:lstStyle/>
          <a:p>
            <a:pPr lvl="0"/>
            <a:r>
              <a:rPr lang="en-US"/>
              <a:t>Why I am?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Limitless Career Opportunities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4426920" cy="3288239"/>
          </a:xfrm>
        </p:spPr>
        <p:txBody>
          <a:bodyPr vert="horz"/>
          <a:lstStyle/>
          <a:p>
            <a:pPr lvl="0"/>
            <a:r>
              <a:rPr lang="en-US" dirty="0"/>
              <a:t>Non Development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 dirty="0"/>
              <a:t>Analyst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 dirty="0"/>
              <a:t>Lawyer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 dirty="0"/>
              <a:t>Consultant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 dirty="0"/>
              <a:t>Policy Maker</a:t>
            </a:r>
          </a:p>
          <a:p>
            <a:pPr lvl="0">
              <a:buSzPct val="45000"/>
              <a:buFont typeface="OpenSymbol"/>
              <a:buChar char="●"/>
            </a:pPr>
            <a:endParaRPr lang="en-US" dirty="0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5152680" y="1969560"/>
            <a:ext cx="4426920" cy="3288239"/>
          </a:xfrm>
        </p:spPr>
        <p:txBody>
          <a:bodyPr vert="horz">
            <a:normAutofit fontScale="92500" lnSpcReduction="20000"/>
          </a:bodyPr>
          <a:lstStyle/>
          <a:p>
            <a:pPr lvl="0">
              <a:buSzPct val="45000"/>
              <a:buFont typeface="OpenSymbol"/>
              <a:buChar char="●"/>
            </a:pPr>
            <a:r>
              <a:rPr lang="en-US"/>
              <a:t>Engineer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QC/A Engineer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Architect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De-Fi expert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Product Manager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… etc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Limitless Career Opportunities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57200" y="1326600"/>
            <a:ext cx="9622800" cy="3931200"/>
          </a:xfrm>
        </p:spPr>
        <p:txBody>
          <a:bodyPr vert="horz">
            <a:normAutofit fontScale="92500" lnSpcReduction="20000"/>
          </a:bodyPr>
          <a:lstStyle/>
          <a:p>
            <a:pPr lvl="0"/>
            <a:r>
              <a:rPr lang="en-US"/>
              <a:t>Development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Smart Contract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NFT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Metaverse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dApp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Solidity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and … non-stop list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Skills you need</a:t>
            </a:r>
          </a:p>
        </p:txBody>
      </p:sp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503999" y="1371599"/>
            <a:ext cx="9071640" cy="3918240"/>
          </a:xfrm>
        </p:spPr>
        <p:txBody>
          <a:bodyPr vert="horz"/>
          <a:lstStyle/>
          <a:p>
            <a:pPr lvl="0" algn="l"/>
            <a:r>
              <a:rPr lang="en-US" sz="3200"/>
              <a:t>Prior knowledge</a:t>
            </a:r>
            <a:br>
              <a:rPr lang="en-US" sz="3200"/>
            </a:br>
            <a:r>
              <a:rPr lang="en-US" sz="3200"/>
              <a:t>Programming</a:t>
            </a:r>
            <a:br>
              <a:rPr lang="en-US" sz="3200"/>
            </a:br>
            <a:r>
              <a:rPr lang="en-US" sz="3200"/>
              <a:t>Law</a:t>
            </a:r>
            <a:br>
              <a:rPr lang="en-US" sz="3200"/>
            </a:br>
            <a:r>
              <a:rPr lang="en-US" sz="3200"/>
              <a:t>Company Structuring</a:t>
            </a:r>
            <a:br>
              <a:rPr lang="en-US" sz="3200"/>
            </a:br>
            <a:r>
              <a:rPr lang="en-US" sz="3200"/>
              <a:t>Cloud computing</a:t>
            </a:r>
            <a:br>
              <a:rPr lang="en-US" sz="3200"/>
            </a:br>
            <a:r>
              <a:rPr lang="en-US" sz="3200"/>
              <a:t>Cryptography</a:t>
            </a:r>
            <a:br>
              <a:rPr lang="en-US" sz="3200"/>
            </a:b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Pathways</a:t>
            </a:r>
          </a:p>
        </p:txBody>
      </p:sp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300960" y="1371599"/>
            <a:ext cx="9071640" cy="946440"/>
          </a:xfrm>
        </p:spPr>
        <p:txBody>
          <a:bodyPr vert="horz">
            <a:spAutoFit/>
          </a:bodyPr>
          <a:lstStyle/>
          <a:p>
            <a:pPr lvl="0" algn="l"/>
            <a:r>
              <a:rPr lang="en-US" sz="3600"/>
              <a:t>BC Dev</a:t>
            </a:r>
          </a:p>
        </p:txBody>
      </p:sp>
      <p:sp>
        <p:nvSpPr>
          <p:cNvPr id="4" name="Title 3"/>
          <p:cNvSpPr txBox="1">
            <a:spLocks noGrp="1"/>
          </p:cNvSpPr>
          <p:nvPr>
            <p:ph type="title" idx="4294967295"/>
          </p:nvPr>
        </p:nvSpPr>
        <p:spPr>
          <a:xfrm>
            <a:off x="301320" y="1371959"/>
            <a:ext cx="9071640" cy="946440"/>
          </a:xfrm>
        </p:spPr>
        <p:txBody>
          <a:bodyPr vert="horz">
            <a:spAutoFit/>
          </a:bodyPr>
          <a:lstStyle/>
          <a:p>
            <a:pPr lvl="0" algn="l"/>
            <a:r>
              <a:rPr lang="en-US" sz="3600" dirty="0"/>
              <a:t>BC Dev</a:t>
            </a:r>
          </a:p>
        </p:txBody>
      </p:sp>
      <p:sp>
        <p:nvSpPr>
          <p:cNvPr id="5" name="Title 4"/>
          <p:cNvSpPr txBox="1">
            <a:spLocks noGrp="1"/>
          </p:cNvSpPr>
          <p:nvPr>
            <p:ph type="title" idx="4294967295"/>
          </p:nvPr>
        </p:nvSpPr>
        <p:spPr>
          <a:xfrm>
            <a:off x="301320" y="2318400"/>
            <a:ext cx="9071640" cy="946440"/>
          </a:xfrm>
        </p:spPr>
        <p:txBody>
          <a:bodyPr vert="horz">
            <a:spAutoFit/>
          </a:bodyPr>
          <a:lstStyle/>
          <a:p>
            <a:pPr lvl="0" algn="l"/>
            <a:r>
              <a:rPr lang="en-US" sz="3600" dirty="0"/>
              <a:t>BC Dev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Future</a:t>
            </a:r>
          </a:p>
        </p:txBody>
      </p:sp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514800" y="2412000"/>
            <a:ext cx="9071640" cy="914400"/>
          </a:xfrm>
        </p:spPr>
        <p:txBody>
          <a:bodyPr vert="horz"/>
          <a:lstStyle/>
          <a:p>
            <a:pPr lvl="0"/>
            <a:r>
              <a:rPr lang="en-US" sz="3600" dirty="0"/>
              <a:t>Bright</a:t>
            </a:r>
          </a:p>
        </p:txBody>
      </p:sp>
      <p:sp>
        <p:nvSpPr>
          <p:cNvPr id="4" name="Title 3"/>
          <p:cNvSpPr txBox="1">
            <a:spLocks noGrp="1"/>
          </p:cNvSpPr>
          <p:nvPr>
            <p:ph type="title" idx="4294967295"/>
          </p:nvPr>
        </p:nvSpPr>
        <p:spPr>
          <a:xfrm>
            <a:off x="514800" y="3326399"/>
            <a:ext cx="9071640" cy="914400"/>
          </a:xfrm>
        </p:spPr>
        <p:txBody>
          <a:bodyPr vert="horz"/>
          <a:lstStyle/>
          <a:p>
            <a:pPr lvl="0"/>
            <a:r>
              <a:rPr lang="en-US" sz="3600" dirty="0" err="1"/>
              <a:t>Blockchain</a:t>
            </a:r>
            <a:r>
              <a:rPr lang="en-US" sz="3600" dirty="0"/>
              <a:t> will be everywhere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Industry Where Blockchain Used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/>
            <a:r>
              <a:rPr lang="en-US"/>
              <a:t>Finance, Healthcare, Supply chain, Power, etc</a:t>
            </a:r>
          </a:p>
          <a:p>
            <a:pPr lvl="0">
              <a:buSzPct val="45000"/>
              <a:buFont typeface="OpenSymbol"/>
              <a:buChar char="●"/>
            </a:pPr>
            <a:r>
              <a:rPr lang="en-US"/>
              <a:t>Use a pic etc here of few industry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Should I tell you something?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57200" y="3657600"/>
            <a:ext cx="9071640" cy="730799"/>
          </a:xfrm>
        </p:spPr>
        <p:txBody>
          <a:bodyPr vert="horz"/>
          <a:lstStyle/>
          <a:p>
            <a:pPr lvl="0"/>
            <a:r>
              <a:rPr lang="en-US"/>
              <a:t>It’s about miner node...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7200" y="2253960"/>
            <a:ext cx="9071640" cy="946440"/>
          </a:xfrm>
        </p:spPr>
        <p:txBody>
          <a:bodyPr vert="horz"/>
          <a:lstStyle/>
          <a:p>
            <a:pPr lvl="0"/>
            <a:r>
              <a:rPr lang="en-US"/>
              <a:t>Any Question?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57200" y="3612600"/>
            <a:ext cx="9071640" cy="1188000"/>
          </a:xfrm>
        </p:spPr>
        <p:txBody>
          <a:bodyPr vert="horz"/>
          <a:lstStyle/>
          <a:p>
            <a:pPr lvl="0"/>
            <a:r>
              <a:rPr lang="en-US"/>
              <a:t>I encourage you to ask question...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220</Words>
  <Application>Microsoft Office PowerPoint</Application>
  <PresentationFormat>Widescreen</PresentationFormat>
  <Paragraphs>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DejaVu Sans</vt:lpstr>
      <vt:lpstr>Liberation Sans</vt:lpstr>
      <vt:lpstr>Liberation Serif</vt:lpstr>
      <vt:lpstr>Noto Sans</vt:lpstr>
      <vt:lpstr>Noto Sans CJK SC</vt:lpstr>
      <vt:lpstr>Noto Sans Devanagari</vt:lpstr>
      <vt:lpstr>OpenSymbol</vt:lpstr>
      <vt:lpstr>Default</vt:lpstr>
      <vt:lpstr>PowerPoint Presentation</vt:lpstr>
      <vt:lpstr>PowerPoint Presentation</vt:lpstr>
      <vt:lpstr>Blockchain Technology</vt:lpstr>
      <vt:lpstr>Why I am?</vt:lpstr>
      <vt:lpstr>Limitless Career Opportunities</vt:lpstr>
      <vt:lpstr>Limitless Career Opportunities</vt:lpstr>
      <vt:lpstr>Skills you need</vt:lpstr>
      <vt:lpstr>Pathways</vt:lpstr>
      <vt:lpstr>Future</vt:lpstr>
      <vt:lpstr>Industry Where Blockchain Used</vt:lpstr>
      <vt:lpstr>Should I tell you something?</vt:lpstr>
      <vt:lpstr>Any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Change Spark</dc:creator>
  <cp:lastModifiedBy>Moorche</cp:lastModifiedBy>
  <cp:revision>16</cp:revision>
  <dcterms:created xsi:type="dcterms:W3CDTF">2025-01-07T07:55:33Z</dcterms:created>
  <dcterms:modified xsi:type="dcterms:W3CDTF">2025-01-07T18:50:24Z</dcterms:modified>
</cp:coreProperties>
</file>