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5" r:id="rId4"/>
    <p:sldId id="264" r:id="rId5"/>
    <p:sldId id="262" r:id="rId6"/>
    <p:sldId id="259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58" r:id="rId15"/>
    <p:sldId id="271" r:id="rId16"/>
    <p:sldId id="272" r:id="rId17"/>
    <p:sldId id="273" r:id="rId18"/>
    <p:sldId id="277" r:id="rId19"/>
    <p:sldId id="276" r:id="rId20"/>
    <p:sldId id="278" r:id="rId21"/>
    <p:sldId id="279" r:id="rId22"/>
    <p:sldId id="280" r:id="rId23"/>
    <p:sldId id="281" r:id="rId24"/>
    <p:sldId id="282" r:id="rId25"/>
    <p:sldId id="274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225"/>
    <a:srgbClr val="5DD5FF"/>
    <a:srgbClr val="00217E"/>
    <a:srgbClr val="600000"/>
    <a:srgbClr val="FF2549"/>
    <a:srgbClr val="FF0D97"/>
    <a:srgbClr val="0000CC"/>
    <a:srgbClr val="003635"/>
    <a:srgbClr val="9EFF29"/>
    <a:srgbClr val="C80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587" autoAdjust="0"/>
  </p:normalViewPr>
  <p:slideViewPr>
    <p:cSldViewPr snapToGrid="0">
      <p:cViewPr>
        <p:scale>
          <a:sx n="60" d="100"/>
          <a:sy n="60" d="100"/>
        </p:scale>
        <p:origin x="930" y="5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11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46AB-42B1-4AA7-866E-5F4CDF6E89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2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78428" y="2131139"/>
            <a:ext cx="8015750" cy="181405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3971005"/>
            <a:ext cx="8001000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3" y="312827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5" y="1312606"/>
            <a:ext cx="8244349" cy="3436375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8283" y="539273"/>
            <a:ext cx="6449920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8225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7116" y="1312606"/>
            <a:ext cx="6474543" cy="350862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7" y="301139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11273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FF822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083670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11273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FF822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083670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16286" y="669166"/>
            <a:ext cx="3811957" cy="3313251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Blockchain</a:t>
            </a:r>
            <a:r>
              <a:rPr lang="en-US" sz="6000" dirty="0" smtClean="0"/>
              <a:t> </a:t>
            </a:r>
            <a:r>
              <a:rPr lang="en-US" sz="6000" dirty="0" smtClean="0"/>
              <a:t>Technology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655" y="1545021"/>
            <a:ext cx="8813298" cy="2254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 smtClean="0"/>
              <a:t>D-Gen Squad</a:t>
            </a:r>
          </a:p>
          <a:p>
            <a:pPr marL="0" indent="0">
              <a:buNone/>
            </a:pPr>
            <a:r>
              <a:rPr lang="en-US" sz="4000" dirty="0" smtClean="0"/>
              <a:t>A New Beginning of Digital Generation …</a:t>
            </a:r>
            <a:endParaRPr lang="en-US" sz="4800" dirty="0" smtClean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3656" y="272142"/>
            <a:ext cx="4778829" cy="858639"/>
          </a:xfrm>
        </p:spPr>
        <p:txBody>
          <a:bodyPr>
            <a:noAutofit/>
          </a:bodyPr>
          <a:lstStyle/>
          <a:p>
            <a:r>
              <a:rPr lang="en-US" sz="2800" dirty="0"/>
              <a:t>Presentation Date: 01/02/2025</a:t>
            </a:r>
            <a:endParaRPr lang="en-US" sz="28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5107" y="2264229"/>
            <a:ext cx="8244349" cy="20247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Group Head: </a:t>
            </a:r>
            <a:r>
              <a:rPr lang="en-US" dirty="0" err="1" smtClean="0"/>
              <a:t>Sumama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Group Members: Bilal, </a:t>
            </a:r>
            <a:r>
              <a:rPr lang="en-US" dirty="0" err="1" smtClean="0"/>
              <a:t>Aima</a:t>
            </a:r>
            <a:r>
              <a:rPr lang="en-US" dirty="0" smtClean="0"/>
              <a:t> and </a:t>
            </a:r>
            <a:r>
              <a:rPr lang="en-US" dirty="0" err="1" smtClean="0"/>
              <a:t>Bisma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BS CS – Fall 2024</a:t>
            </a:r>
          </a:p>
          <a:p>
            <a:pPr marL="0" indent="0">
              <a:buNone/>
            </a:pPr>
            <a:r>
              <a:rPr lang="en-US" dirty="0"/>
              <a:t>Application of ICT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723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3656" y="272142"/>
            <a:ext cx="4778829" cy="858639"/>
          </a:xfrm>
        </p:spPr>
        <p:txBody>
          <a:bodyPr>
            <a:noAutofit/>
          </a:bodyPr>
          <a:lstStyle/>
          <a:p>
            <a:r>
              <a:rPr lang="en-US" sz="2800" dirty="0" smtClean="0"/>
              <a:t>Who we are?</a:t>
            </a:r>
            <a:endParaRPr lang="en-US" sz="28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5107" y="2264229"/>
            <a:ext cx="8244349" cy="14586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We are </a:t>
            </a:r>
            <a:r>
              <a:rPr lang="en-US" sz="4000" dirty="0" err="1" smtClean="0"/>
              <a:t>Blockchainers</a:t>
            </a:r>
            <a:r>
              <a:rPr lang="en-US" sz="4000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2492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 to </a:t>
            </a:r>
            <a:r>
              <a:rPr lang="en-US" dirty="0" err="1"/>
              <a:t>Blockchain</a:t>
            </a:r>
            <a:endParaRPr lang="en-US" dirty="0"/>
          </a:p>
          <a:p>
            <a:r>
              <a:rPr lang="en-US" dirty="0" smtClean="0"/>
              <a:t>Impact </a:t>
            </a:r>
            <a:r>
              <a:rPr lang="en-US" dirty="0"/>
              <a:t>on society</a:t>
            </a:r>
          </a:p>
          <a:p>
            <a:r>
              <a:rPr lang="en-US" dirty="0" smtClean="0"/>
              <a:t>Advantages</a:t>
            </a:r>
            <a:endParaRPr lang="en-US" dirty="0"/>
          </a:p>
          <a:p>
            <a:r>
              <a:rPr lang="en-US" dirty="0" smtClean="0"/>
              <a:t>Disadvantages</a:t>
            </a:r>
            <a:endParaRPr lang="en-US" dirty="0"/>
          </a:p>
          <a:p>
            <a:r>
              <a:rPr lang="en-US" dirty="0" smtClean="0"/>
              <a:t>Types </a:t>
            </a:r>
            <a:r>
              <a:rPr lang="en-US" dirty="0"/>
              <a:t>of </a:t>
            </a:r>
            <a:r>
              <a:rPr lang="en-US" dirty="0" err="1"/>
              <a:t>Blockchain</a:t>
            </a:r>
            <a:endParaRPr lang="en-US" dirty="0"/>
          </a:p>
          <a:p>
            <a:r>
              <a:rPr lang="en-US" dirty="0" smtClean="0"/>
              <a:t>Conclusion</a:t>
            </a:r>
            <a:endParaRPr lang="en-US" dirty="0"/>
          </a:p>
          <a:p>
            <a:r>
              <a:rPr lang="en-US" dirty="0" err="1" smtClean="0"/>
              <a:t>QnAs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7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and distributed ledger to record all the transactions b/w 2 parties.</a:t>
            </a:r>
          </a:p>
          <a:p>
            <a:r>
              <a:rPr lang="en-US" dirty="0" smtClean="0"/>
              <a:t>Series </a:t>
            </a:r>
            <a:r>
              <a:rPr lang="en-US" dirty="0"/>
              <a:t>of connected nodes</a:t>
            </a:r>
          </a:p>
          <a:p>
            <a:r>
              <a:rPr lang="en-US" dirty="0" smtClean="0"/>
              <a:t>Info </a:t>
            </a:r>
            <a:r>
              <a:rPr lang="en-US" dirty="0"/>
              <a:t>will be with every </a:t>
            </a:r>
            <a:r>
              <a:rPr lang="en-US" dirty="0" smtClean="0"/>
              <a:t>node</a:t>
            </a:r>
            <a:endParaRPr lang="en-US" dirty="0"/>
          </a:p>
          <a:p>
            <a:r>
              <a:rPr lang="en-US" dirty="0" smtClean="0"/>
              <a:t>Cryptography </a:t>
            </a:r>
            <a:r>
              <a:rPr lang="en-US" dirty="0"/>
              <a:t>representation of </a:t>
            </a:r>
            <a:r>
              <a:rPr lang="en-US" dirty="0" smtClean="0"/>
              <a:t>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Decentralized</a:t>
            </a:r>
            <a:r>
              <a:rPr lang="en-US" dirty="0"/>
              <a:t>, AKA DLT</a:t>
            </a:r>
          </a:p>
          <a:p>
            <a:r>
              <a:rPr lang="en-US" dirty="0" smtClean="0"/>
              <a:t>In </a:t>
            </a:r>
            <a:r>
              <a:rPr lang="en-US" dirty="0"/>
              <a:t>the list of </a:t>
            </a:r>
            <a:r>
              <a:rPr lang="en-US" dirty="0" smtClean="0"/>
              <a:t>IBAC</a:t>
            </a:r>
          </a:p>
          <a:p>
            <a:r>
              <a:rPr lang="en-US" dirty="0"/>
              <a:t>Verifiable and permanent transactions which builds trust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71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it works?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Collect all transection’s record in a block</a:t>
            </a:r>
          </a:p>
          <a:p>
            <a:r>
              <a:rPr lang="en-US" sz="2400" dirty="0" smtClean="0"/>
              <a:t>Each </a:t>
            </a:r>
            <a:r>
              <a:rPr lang="en-US" sz="2400" dirty="0"/>
              <a:t>block is connected with previous and next block</a:t>
            </a:r>
          </a:p>
          <a:p>
            <a:r>
              <a:rPr lang="en-US" sz="2400" dirty="0" smtClean="0"/>
              <a:t>Each </a:t>
            </a:r>
            <a:r>
              <a:rPr lang="en-US" sz="2400" dirty="0"/>
              <a:t>transection/record is encrypted with SHA-256 Algorithm</a:t>
            </a:r>
          </a:p>
          <a:p>
            <a:r>
              <a:rPr lang="en-US" sz="2400" dirty="0" smtClean="0"/>
              <a:t>Each </a:t>
            </a:r>
            <a:r>
              <a:rPr lang="en-US" sz="2400" dirty="0"/>
              <a:t>block contains Nonce, </a:t>
            </a:r>
            <a:r>
              <a:rPr lang="en-US" sz="2400" dirty="0" err="1"/>
              <a:t>Prev</a:t>
            </a:r>
            <a:r>
              <a:rPr lang="en-US" sz="2400" dirty="0"/>
              <a:t> Hash and all </a:t>
            </a:r>
            <a:r>
              <a:rPr lang="en-US" sz="2400" dirty="0" err="1"/>
              <a:t>trx</a:t>
            </a:r>
            <a:r>
              <a:rPr lang="en-US" sz="2400" dirty="0"/>
              <a:t> with hash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744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71"/>
            <a:ext cx="9143999" cy="5121729"/>
          </a:xfrm>
        </p:spPr>
      </p:pic>
    </p:spTree>
    <p:extLst>
      <p:ext uri="{BB962C8B-B14F-4D97-AF65-F5344CB8AC3E}">
        <p14:creationId xmlns:p14="http://schemas.microsoft.com/office/powerpoint/2010/main" val="335046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5054" y="430416"/>
            <a:ext cx="6449920" cy="725349"/>
          </a:xfrm>
        </p:spPr>
        <p:txBody>
          <a:bodyPr>
            <a:normAutofit/>
          </a:bodyPr>
          <a:lstStyle/>
          <a:p>
            <a:r>
              <a:rPr lang="en-US" dirty="0" smtClean="0"/>
              <a:t>Impact on society…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5054" y="1312606"/>
            <a:ext cx="8320603" cy="350862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Builds </a:t>
            </a:r>
            <a:r>
              <a:rPr lang="en-US" sz="2400" dirty="0"/>
              <a:t>trust on internet b/w every user, also real life trust</a:t>
            </a:r>
          </a:p>
          <a:p>
            <a:r>
              <a:rPr lang="en-US" sz="2400" dirty="0" smtClean="0"/>
              <a:t>New </a:t>
            </a:r>
            <a:r>
              <a:rPr lang="en-US" sz="2400" dirty="0"/>
              <a:t>opportunities – as a consultant, smart contract </a:t>
            </a:r>
            <a:r>
              <a:rPr lang="en-US" sz="2400" dirty="0" err="1"/>
              <a:t>dev</a:t>
            </a:r>
            <a:r>
              <a:rPr lang="en-US" sz="2400" dirty="0"/>
              <a:t>, analyst, </a:t>
            </a:r>
            <a:r>
              <a:rPr lang="en-US" sz="2400" dirty="0" smtClean="0"/>
              <a:t>lawyer</a:t>
            </a:r>
            <a:r>
              <a:rPr lang="en-US" sz="2400" dirty="0"/>
              <a:t>, policymaker, programmer, security engineer, game </a:t>
            </a:r>
            <a:r>
              <a:rPr lang="en-US" sz="2400" dirty="0" err="1"/>
              <a:t>dev</a:t>
            </a:r>
            <a:r>
              <a:rPr lang="en-US" sz="2400" dirty="0"/>
              <a:t>, </a:t>
            </a:r>
            <a:r>
              <a:rPr lang="en-US" sz="2400" dirty="0" smtClean="0"/>
              <a:t>web3 </a:t>
            </a:r>
            <a:r>
              <a:rPr lang="en-US" sz="2400" dirty="0" err="1"/>
              <a:t>dev</a:t>
            </a:r>
            <a:r>
              <a:rPr lang="en-US" sz="2400" dirty="0"/>
              <a:t>, games analyst, architect, PM, etc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207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5054" y="430416"/>
            <a:ext cx="6449920" cy="725349"/>
          </a:xfrm>
        </p:spPr>
        <p:txBody>
          <a:bodyPr>
            <a:normAutofit/>
          </a:bodyPr>
          <a:lstStyle/>
          <a:p>
            <a:r>
              <a:rPr lang="en-US" dirty="0" smtClean="0"/>
              <a:t>Impact on society…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5054" y="1312606"/>
            <a:ext cx="8320603" cy="35086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Generates new business models (token-based and 	decentralized marketplaces)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Voting, Supply chain,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Sustainable energy, waste management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Governmental Impact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Regulation, policy, legal formalities</a:t>
            </a:r>
          </a:p>
        </p:txBody>
      </p:sp>
    </p:spTree>
    <p:extLst>
      <p:ext uri="{BB962C8B-B14F-4D97-AF65-F5344CB8AC3E}">
        <p14:creationId xmlns:p14="http://schemas.microsoft.com/office/powerpoint/2010/main" val="98762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5054" y="430416"/>
            <a:ext cx="6449920" cy="725349"/>
          </a:xfrm>
        </p:spPr>
        <p:txBody>
          <a:bodyPr>
            <a:normAutofit/>
          </a:bodyPr>
          <a:lstStyle/>
          <a:p>
            <a:r>
              <a:rPr lang="en-US" dirty="0" smtClean="0"/>
              <a:t>Impact on society…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5054" y="1155765"/>
            <a:ext cx="8320603" cy="3665467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55% of global orgs see BC as a strategic priority.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+ companies are in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 of BC.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on BC solutions: ~ US$3B in 2019, US$12B in 2022,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$14B, $20B in 2024, and expected ~$40B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around 50% of global BC investments, China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more than 10K startups 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AngelList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(Company) only.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70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8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6879" y="1600200"/>
            <a:ext cx="8258778" cy="3058886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 Decentralized (No third parties involved)</a:t>
            </a:r>
          </a:p>
          <a:p>
            <a:pPr algn="l"/>
            <a:r>
              <a:rPr lang="en-US" sz="2800" dirty="0"/>
              <a:t> Immutability and Permanent</a:t>
            </a:r>
          </a:p>
          <a:p>
            <a:pPr algn="l"/>
            <a:r>
              <a:rPr lang="en-US" sz="2800" dirty="0"/>
              <a:t> Traceability</a:t>
            </a:r>
          </a:p>
          <a:p>
            <a:pPr algn="l"/>
            <a:r>
              <a:rPr lang="en-US" sz="2800" dirty="0"/>
              <a:t> Transparency and Privacy (e-ID, Money etc.)</a:t>
            </a:r>
          </a:p>
          <a:p>
            <a:pPr algn="l"/>
            <a:r>
              <a:rPr lang="en-US" sz="2800" dirty="0"/>
              <a:t> No altered and tempered data etc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6879" y="1621971"/>
            <a:ext cx="8258778" cy="3037115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 Efficiency and Speed</a:t>
            </a:r>
          </a:p>
          <a:p>
            <a:pPr algn="l"/>
            <a:r>
              <a:rPr lang="en-US" sz="2800" dirty="0"/>
              <a:t> Secure, No hack no crack etc.</a:t>
            </a:r>
          </a:p>
          <a:p>
            <a:pPr algn="l"/>
            <a:r>
              <a:rPr lang="en-US" sz="2800" dirty="0"/>
              <a:t> Verifiable and Trustable</a:t>
            </a:r>
          </a:p>
          <a:p>
            <a:pPr algn="l"/>
            <a:r>
              <a:rPr lang="en-US" sz="2800" dirty="0"/>
              <a:t> R and W only no reverse or D or U option like other DBs (use 	CRUD operation)</a:t>
            </a:r>
          </a:p>
        </p:txBody>
      </p:sp>
    </p:spTree>
    <p:extLst>
      <p:ext uri="{BB962C8B-B14F-4D97-AF65-F5344CB8AC3E}">
        <p14:creationId xmlns:p14="http://schemas.microsoft.com/office/powerpoint/2010/main" val="44177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Disa</a:t>
            </a:r>
            <a:r>
              <a:rPr lang="en-US" dirty="0" smtClean="0"/>
              <a:t>dvantages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6879" y="1458686"/>
            <a:ext cx="8258778" cy="3200400"/>
          </a:xfrm>
        </p:spPr>
        <p:txBody>
          <a:bodyPr>
            <a:noAutofit/>
          </a:bodyPr>
          <a:lstStyle/>
          <a:p>
            <a:pPr algn="l"/>
            <a:r>
              <a:rPr lang="en-US" dirty="0" smtClean="0"/>
              <a:t>Slow </a:t>
            </a:r>
            <a:r>
              <a:rPr lang="en-US" dirty="0"/>
              <a:t>in speed and Scalability issues</a:t>
            </a:r>
          </a:p>
          <a:p>
            <a:pPr algn="l"/>
            <a:r>
              <a:rPr lang="en-US" dirty="0" smtClean="0"/>
              <a:t>High </a:t>
            </a:r>
            <a:r>
              <a:rPr lang="en-US" dirty="0"/>
              <a:t>implementation cost (some times it is disadvantage)</a:t>
            </a:r>
          </a:p>
          <a:p>
            <a:pPr algn="l"/>
            <a:r>
              <a:rPr lang="en-US" dirty="0" smtClean="0"/>
              <a:t>More </a:t>
            </a:r>
            <a:r>
              <a:rPr lang="en-US" dirty="0"/>
              <a:t>node joins then speed will slow down more</a:t>
            </a:r>
          </a:p>
          <a:p>
            <a:pPr algn="l"/>
            <a:r>
              <a:rPr lang="en-US" dirty="0" smtClean="0"/>
              <a:t>Power </a:t>
            </a:r>
            <a:r>
              <a:rPr lang="en-US" dirty="0"/>
              <a:t>Consumption, Processing power and Time</a:t>
            </a:r>
          </a:p>
          <a:p>
            <a:pPr algn="l"/>
            <a:r>
              <a:rPr lang="en-US" dirty="0" smtClean="0"/>
              <a:t>Regulations </a:t>
            </a:r>
            <a:r>
              <a:rPr lang="en-US" dirty="0"/>
              <a:t>issues and Legal Formalities</a:t>
            </a:r>
          </a:p>
          <a:p>
            <a:pPr algn="l"/>
            <a:r>
              <a:rPr lang="en-US" dirty="0" smtClean="0"/>
              <a:t>Double </a:t>
            </a:r>
            <a:r>
              <a:rPr lang="en-US" dirty="0"/>
              <a:t>spending and bad smart contract issues</a:t>
            </a:r>
          </a:p>
          <a:p>
            <a:pPr algn="l"/>
            <a:r>
              <a:rPr lang="en-US" dirty="0" smtClean="0"/>
              <a:t>Storage </a:t>
            </a:r>
            <a:r>
              <a:rPr lang="en-US" dirty="0"/>
              <a:t>(every node/touch point need to upgrade his/her storage </a:t>
            </a:r>
            <a:r>
              <a:rPr lang="en-US" dirty="0" smtClean="0"/>
              <a:t>size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5274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of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6879" y="1458686"/>
            <a:ext cx="8258778" cy="320040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 Three types </a:t>
            </a:r>
            <a:r>
              <a:rPr lang="en-US" dirty="0" smtClean="0"/>
              <a:t>mainly: Private, Public and Hybrid ( and consortium)</a:t>
            </a:r>
            <a:endParaRPr lang="en-US" dirty="0"/>
          </a:p>
          <a:p>
            <a:pPr algn="l"/>
            <a:r>
              <a:rPr lang="en-US" dirty="0"/>
              <a:t> Anyone can join any </a:t>
            </a:r>
            <a:r>
              <a:rPr lang="en-US" dirty="0" err="1"/>
              <a:t>blockchain</a:t>
            </a:r>
            <a:r>
              <a:rPr lang="en-US" dirty="0"/>
              <a:t> network</a:t>
            </a:r>
          </a:p>
          <a:p>
            <a:pPr algn="l"/>
            <a:r>
              <a:rPr lang="en-US" dirty="0"/>
              <a:t> You need only a Node</a:t>
            </a:r>
          </a:p>
        </p:txBody>
      </p:sp>
    </p:spTree>
    <p:extLst>
      <p:ext uri="{BB962C8B-B14F-4D97-AF65-F5344CB8AC3E}">
        <p14:creationId xmlns:p14="http://schemas.microsoft.com/office/powerpoint/2010/main" val="201371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of </a:t>
            </a:r>
            <a:r>
              <a:rPr lang="en-US" dirty="0" err="1" smtClean="0"/>
              <a:t>Blockchain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6879" y="1458686"/>
            <a:ext cx="8258778" cy="3200400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 Three types </a:t>
            </a:r>
            <a:r>
              <a:rPr lang="en-US" dirty="0" smtClean="0"/>
              <a:t>mainly: Private, Public and Hybrid ( and consortium)</a:t>
            </a:r>
            <a:endParaRPr lang="en-US" dirty="0"/>
          </a:p>
          <a:p>
            <a:pPr algn="l"/>
            <a:r>
              <a:rPr lang="en-US" dirty="0"/>
              <a:t> Anyone can join any </a:t>
            </a:r>
            <a:r>
              <a:rPr lang="en-US" dirty="0" err="1"/>
              <a:t>blockchain</a:t>
            </a:r>
            <a:r>
              <a:rPr lang="en-US" dirty="0"/>
              <a:t> network</a:t>
            </a:r>
          </a:p>
          <a:p>
            <a:pPr algn="l"/>
            <a:r>
              <a:rPr lang="en-US" dirty="0"/>
              <a:t> You need only a Node</a:t>
            </a:r>
          </a:p>
        </p:txBody>
      </p:sp>
    </p:spTree>
    <p:extLst>
      <p:ext uri="{BB962C8B-B14F-4D97-AF65-F5344CB8AC3E}">
        <p14:creationId xmlns:p14="http://schemas.microsoft.com/office/powerpoint/2010/main" val="138567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6879" y="1458686"/>
            <a:ext cx="8258778" cy="32004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7200" dirty="0"/>
              <a:t>Interested! Show me a demo please...</a:t>
            </a:r>
          </a:p>
        </p:txBody>
      </p:sp>
    </p:spTree>
    <p:extLst>
      <p:ext uri="{BB962C8B-B14F-4D97-AF65-F5344CB8AC3E}">
        <p14:creationId xmlns:p14="http://schemas.microsoft.com/office/powerpoint/2010/main" val="5610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5996" y="425669"/>
            <a:ext cx="8616113" cy="439857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>
                <a:schemeClr val="accent1"/>
              </a:buClr>
            </a:pPr>
            <a:r>
              <a:rPr lang="en-US" sz="5400" dirty="0" smtClean="0"/>
              <a:t>Demo</a:t>
            </a:r>
          </a:p>
          <a:p>
            <a:pPr>
              <a:buClr>
                <a:schemeClr val="accent1"/>
              </a:buClr>
            </a:pPr>
            <a:endParaRPr lang="en-US" sz="3600" dirty="0"/>
          </a:p>
          <a:p>
            <a:pPr>
              <a:buClr>
                <a:schemeClr val="accent1"/>
              </a:buClr>
            </a:pPr>
            <a:endParaRPr lang="en-US" sz="3600" dirty="0" smtClean="0"/>
          </a:p>
          <a:p>
            <a:pPr marL="571500" indent="-5715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600" dirty="0" smtClean="0"/>
              <a:t>How </a:t>
            </a:r>
            <a:r>
              <a:rPr lang="en-US" sz="3600" dirty="0"/>
              <a:t>Hash function works/generated?</a:t>
            </a:r>
          </a:p>
          <a:p>
            <a:pPr marL="571500" indent="-5715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600" dirty="0"/>
              <a:t>How Blocks are mined and </a:t>
            </a:r>
            <a:r>
              <a:rPr lang="en-US" sz="3600" dirty="0"/>
              <a:t>store </a:t>
            </a:r>
            <a:r>
              <a:rPr lang="en-US" sz="3600" dirty="0"/>
              <a:t>data</a:t>
            </a:r>
            <a:r>
              <a:rPr lang="en-US" sz="3600" dirty="0"/>
              <a:t>?</a:t>
            </a:r>
          </a:p>
          <a:p>
            <a:pPr marL="571500" indent="-5715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600" dirty="0"/>
              <a:t>How Blocks are formed?</a:t>
            </a:r>
          </a:p>
          <a:p>
            <a:pPr marL="571500" indent="-5715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600" dirty="0"/>
              <a:t>How Blocks connected each other?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5997" y="1525396"/>
            <a:ext cx="7543800" cy="1087040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8897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Other </a:t>
            </a:r>
            <a:r>
              <a:rPr lang="en-US" sz="2400" dirty="0"/>
              <a:t>than these few examples, the revolutionary technology of </a:t>
            </a:r>
            <a:r>
              <a:rPr lang="en-US" sz="2400" dirty="0" err="1" smtClean="0"/>
              <a:t>Blockchain</a:t>
            </a:r>
            <a:r>
              <a:rPr lang="en-US" sz="2400" dirty="0" smtClean="0"/>
              <a:t> </a:t>
            </a:r>
            <a:r>
              <a:rPr lang="en-US" sz="2400" dirty="0"/>
              <a:t>holds a high potential of applications in many </a:t>
            </a:r>
            <a:r>
              <a:rPr lang="en-US" sz="2400" dirty="0" smtClean="0"/>
              <a:t>different </a:t>
            </a:r>
            <a:r>
              <a:rPr lang="en-US" sz="2400" dirty="0"/>
              <a:t>industries and sectors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 smtClean="0"/>
              <a:t>Healthcare</a:t>
            </a:r>
            <a:r>
              <a:rPr lang="en-US" sz="2400" dirty="0"/>
              <a:t>, </a:t>
            </a:r>
            <a:r>
              <a:rPr lang="en-US" sz="2400" dirty="0" err="1"/>
              <a:t>Supplychain</a:t>
            </a:r>
            <a:r>
              <a:rPr lang="en-US" sz="2400" dirty="0"/>
              <a:t>, Education, Finance and Banking, </a:t>
            </a:r>
            <a:r>
              <a:rPr lang="en-US" sz="2400" dirty="0" err="1"/>
              <a:t>Gov</a:t>
            </a:r>
            <a:r>
              <a:rPr lang="en-US" sz="2400" dirty="0"/>
              <a:t>, </a:t>
            </a:r>
            <a:r>
              <a:rPr lang="en-US" sz="2400" dirty="0" err="1" smtClean="0"/>
              <a:t>Cryptocurrancies</a:t>
            </a:r>
            <a:r>
              <a:rPr lang="en-US" sz="2400" dirty="0"/>
              <a:t>, Travel and Transportations, </a:t>
            </a:r>
            <a:r>
              <a:rPr lang="en-US" sz="2400" dirty="0" err="1"/>
              <a:t>IoT</a:t>
            </a:r>
            <a:r>
              <a:rPr lang="en-US" sz="2400" dirty="0"/>
              <a:t>, Escrow, Land </a:t>
            </a:r>
            <a:r>
              <a:rPr lang="en-US" sz="2400" dirty="0" smtClean="0"/>
              <a:t>records</a:t>
            </a:r>
            <a:r>
              <a:rPr lang="en-US" sz="2400" dirty="0"/>
              <a:t>, Courts (criminal and all other records),  </a:t>
            </a:r>
            <a:r>
              <a:rPr lang="en-US" sz="2400" dirty="0" smtClean="0"/>
              <a:t>Commerce (even </a:t>
            </a:r>
            <a:r>
              <a:rPr lang="en-US" sz="2400" dirty="0"/>
              <a:t>though local shops are included),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Birth/Death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Certificates, Voting, Trading, Passports (e-ID) etc.</a:t>
            </a:r>
          </a:p>
        </p:txBody>
      </p:sp>
    </p:spTree>
    <p:extLst>
      <p:ext uri="{BB962C8B-B14F-4D97-AF65-F5344CB8AC3E}">
        <p14:creationId xmlns:p14="http://schemas.microsoft.com/office/powerpoint/2010/main" val="341156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577638" y="1240263"/>
            <a:ext cx="7892321" cy="3179769"/>
          </a:xfrm>
        </p:spPr>
        <p:txBody>
          <a:bodyPr>
            <a:normAutofit/>
          </a:bodyPr>
          <a:lstStyle/>
          <a:p>
            <a:r>
              <a:rPr lang="en-US" sz="4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have any question?</a:t>
            </a:r>
            <a:endParaRPr lang="en-US" sz="4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76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3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0562"/>
            <a:ext cx="9144000" cy="42223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1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Contribution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6879" y="1458686"/>
            <a:ext cx="8258778" cy="32004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dirty="0" smtClean="0"/>
              <a:t>Content QA By:</a:t>
            </a:r>
          </a:p>
          <a:p>
            <a:pPr marL="0" indent="0" algn="l">
              <a:buNone/>
            </a:pPr>
            <a:r>
              <a:rPr lang="en-US" sz="1600" dirty="0" err="1" smtClean="0"/>
              <a:t>Sumama</a:t>
            </a:r>
            <a:r>
              <a:rPr lang="en-US" sz="1600" dirty="0" smtClean="0"/>
              <a:t> Rahim (F24BSCS039)</a:t>
            </a:r>
            <a:endParaRPr lang="en-US" sz="2000" dirty="0" smtClean="0"/>
          </a:p>
          <a:p>
            <a:pPr marL="0" indent="0" algn="l">
              <a:buNone/>
            </a:pPr>
            <a:r>
              <a:rPr lang="en-US" sz="2000" dirty="0" smtClean="0"/>
              <a:t>Slides Designed By (Used Readymade Template):</a:t>
            </a:r>
          </a:p>
          <a:p>
            <a:pPr marL="0" indent="0" algn="l">
              <a:buNone/>
            </a:pPr>
            <a:r>
              <a:rPr lang="en-US" sz="1600" dirty="0" smtClean="0"/>
              <a:t>Muhammad Bilal (F24BSCS047)</a:t>
            </a:r>
            <a:endParaRPr lang="en-US" sz="1800" dirty="0" smtClean="0"/>
          </a:p>
          <a:p>
            <a:pPr marL="0" indent="0" algn="l">
              <a:buNone/>
            </a:pPr>
            <a:r>
              <a:rPr lang="en-US" sz="2000" dirty="0" smtClean="0"/>
              <a:t>Content Gathered By:</a:t>
            </a:r>
          </a:p>
          <a:p>
            <a:pPr marL="0" indent="0" algn="l">
              <a:buNone/>
            </a:pPr>
            <a:r>
              <a:rPr lang="en-US" sz="1600" dirty="0" err="1" smtClean="0"/>
              <a:t>Bisma</a:t>
            </a:r>
            <a:r>
              <a:rPr lang="en-US" sz="1600" dirty="0" smtClean="0"/>
              <a:t> Mahmoud (F24BSCS034)</a:t>
            </a:r>
          </a:p>
          <a:p>
            <a:pPr marL="0" indent="0" algn="l">
              <a:buNone/>
            </a:pPr>
            <a:r>
              <a:rPr lang="en-US" sz="1600" dirty="0" err="1" smtClean="0"/>
              <a:t>Aima</a:t>
            </a:r>
            <a:r>
              <a:rPr lang="en-US" sz="1600" dirty="0" smtClean="0"/>
              <a:t> </a:t>
            </a:r>
            <a:r>
              <a:rPr lang="en-US" sz="1600" dirty="0" err="1" smtClean="0"/>
              <a:t>Tur</a:t>
            </a:r>
            <a:r>
              <a:rPr lang="en-US" sz="1600" dirty="0" smtClean="0"/>
              <a:t> </a:t>
            </a:r>
            <a:r>
              <a:rPr lang="en-US" sz="1600" dirty="0" err="1" smtClean="0"/>
              <a:t>Rehman</a:t>
            </a:r>
            <a:r>
              <a:rPr lang="en-US" sz="1600" dirty="0" smtClean="0"/>
              <a:t> (F24BSCS021)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388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On-screen Show (16:9)</PresentationFormat>
  <Paragraphs>99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Wingdings</vt:lpstr>
      <vt:lpstr>Office Theme</vt:lpstr>
      <vt:lpstr>Blockchain Technology</vt:lpstr>
      <vt:lpstr>PowerPoint Presentation</vt:lpstr>
      <vt:lpstr>Presentation Date: 01/02/2025</vt:lpstr>
      <vt:lpstr>Who we are?</vt:lpstr>
      <vt:lpstr>Outlines</vt:lpstr>
      <vt:lpstr>Introduction to Blockchain</vt:lpstr>
      <vt:lpstr>Introduction to Blockchain</vt:lpstr>
      <vt:lpstr>How it works?</vt:lpstr>
      <vt:lpstr>PowerPoint Presentation</vt:lpstr>
      <vt:lpstr>Impact on society…</vt:lpstr>
      <vt:lpstr>Impact on society…</vt:lpstr>
      <vt:lpstr>Impact on society…</vt:lpstr>
      <vt:lpstr>PowerPoint Presentation</vt:lpstr>
      <vt:lpstr>Advantages</vt:lpstr>
      <vt:lpstr>Advantages</vt:lpstr>
      <vt:lpstr>Disadvantages</vt:lpstr>
      <vt:lpstr>Types of Blockchain</vt:lpstr>
      <vt:lpstr>Types of Blockchain</vt:lpstr>
      <vt:lpstr>PowerPoint Presentation</vt:lpstr>
      <vt:lpstr>PowerPoint Presentation</vt:lpstr>
      <vt:lpstr>Conclusion</vt:lpstr>
      <vt:lpstr>Do you have any question?</vt:lpstr>
      <vt:lpstr>PowerPoint Presentation</vt:lpstr>
      <vt:lpstr>PowerPoint Presentation</vt:lpstr>
      <vt:lpstr>Contribution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2024-12-20T17:06:18Z</dcterms:modified>
</cp:coreProperties>
</file>