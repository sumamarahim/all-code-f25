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FA82-9563-4677-B3BD-189777B70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88FBD-BD36-4E77-8F3F-71CACE842A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BE6A2-6485-43C6-B6BB-35F2B0DA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7CD27-082D-4DAE-BEDD-B03846745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BB048-BD90-4EA1-A3D8-030E6E4D3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05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FFDF1-A5C7-4E43-B906-88314E3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7D3DE-D022-4550-B214-D32A5FEBD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AFD33-4E94-44C3-B7DA-5FEE01345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A8193-FDEE-4423-8664-E39D52BC7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5F77A-FB9E-40C1-AA72-6E6DAAD7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24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F1D4B-9D78-41BB-89FF-F9DA9FB0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F551F-C0C5-4FC5-9345-4B3060375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AB536-57E2-4EC6-8656-B2BD7542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C737E-DA99-4D9D-8D27-2D30374C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14D5C-8220-4ECC-9415-3D3E29538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7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8C25-BCAC-4093-8CDF-DE5CFECD0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22072-295D-4623-8A7E-8533F5838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D1F73-5902-498F-B51E-89BE8E18E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DA9C0-A4BB-4115-9F73-59821B2F0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233AC-0983-4163-9C56-1CCE615F3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F49C1-111E-4B36-905C-C53A163D7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10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3C87C-16DF-4A60-9E4D-14227029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A2FF9-E409-42CF-A05A-908E78162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093CA-B209-4C26-A183-D950F5E6C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B088-7062-454A-A9DF-391AB67662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5B93FB-99D9-43B5-A2AA-E2B343C97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E64832-D295-499B-AA82-F261EE7E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BEFB1A-B385-444D-A044-A1F4D1293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5769CE-87FA-448E-9220-EC7707AB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87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C103-C6E4-4269-9B72-F33997DE2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6C18F0-2252-4A9C-A31D-442278327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7284E-47AA-45C0-AA3B-79285F1B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8C3D0-587B-4592-AB3D-EC9A467F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84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3A1FF8-1D59-43D4-A888-4BCB20D56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AB60B5-2C7E-47A4-9A4A-D8FBAC667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C56DF-93B6-4873-AD9B-F5EF87CF9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97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4A56-2EBE-40D5-B94D-CC3CBCF43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C25A8-A08F-41C5-AA5E-4C4355E08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B1FE3-5F9E-4D57-85ED-B87229178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60880-831B-44AC-A2AF-E9564550C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A7E9D-9CF4-4602-AA86-4D85DD984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3338B-0818-4847-BD28-991124A9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40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B7549-5316-48D8-A730-7DEA7012D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DDF6C-C521-4540-A67E-A79DB743FE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555FA-70B8-40AD-878F-E57B6E7C8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2DA76-F997-4BDE-B857-698F9E8A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F4F52-B1AB-4889-A1DB-AAECE2AFB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75D40-25AA-4047-B14A-9B2A39CA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1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A57B6-4379-4B37-8B48-FD4852859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F9DBA-4D1C-4EA8-9546-74FF3237E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F5924-033A-4C78-BB5B-002311B5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5C909-1958-446A-BC40-FC533EDAD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58FFE-F255-40BD-B3EB-79060E75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93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93E4B0-AB48-428E-9306-9447D8E06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E5D1B-5ACD-4CBA-BA05-E338B096E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5AF38-8DEC-4A34-9AF9-354F7FF0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22F7-D0DB-457D-A96A-0ECD35899296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BEBEE-785E-4EA2-9997-6A110DA75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238F9-7728-412F-9B57-FB597D7F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1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030ED6-F8D6-451D-AE35-D69B05B0E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4FD82-F517-44AF-81E1-784019A1C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35B88-AEF2-4FC6-B411-D6B5EDDCF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E22F7-D0DB-457D-A96A-0ECD35899296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38F2D-65F7-4B43-88DF-EFA6BBF96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98F7B-307C-4323-80CC-33730EFBE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44729-249B-47FC-B750-22F064F75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56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Venir</a:t>
            </a:r>
            <a:r>
              <a:rPr lang="en-US" dirty="0"/>
              <a:t> (</a:t>
            </a:r>
            <a:r>
              <a:rPr lang="en-US" i="1" dirty="0"/>
              <a:t>to come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929306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viens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viens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vient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venons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venez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viennent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994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Revenir</a:t>
            </a:r>
            <a:r>
              <a:rPr lang="en-US" dirty="0"/>
              <a:t> (</a:t>
            </a:r>
            <a:r>
              <a:rPr lang="en-US" i="1" dirty="0"/>
              <a:t>to come back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160433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reviens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reviens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revient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revenons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revenez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reviennent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878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devenir</a:t>
            </a:r>
            <a:r>
              <a:rPr lang="en-US" dirty="0"/>
              <a:t> (</a:t>
            </a:r>
            <a:r>
              <a:rPr lang="en-US" i="1" dirty="0"/>
              <a:t>to become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433833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deviens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deviens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devient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devenons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devenez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deviennent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932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sortir</a:t>
            </a:r>
            <a:r>
              <a:rPr lang="en-US" dirty="0"/>
              <a:t> (</a:t>
            </a:r>
            <a:r>
              <a:rPr lang="en-US" i="1" dirty="0"/>
              <a:t>to go out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934670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sors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sors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sort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sortons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sortez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sortent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347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partir</a:t>
            </a:r>
            <a:r>
              <a:rPr lang="en-US" dirty="0"/>
              <a:t> (</a:t>
            </a:r>
            <a:r>
              <a:rPr lang="en-US" i="1" dirty="0"/>
              <a:t>to leave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536531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pars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Pars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Part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Partons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Partez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partent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1202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obtenir</a:t>
            </a:r>
            <a:r>
              <a:rPr lang="en-US" dirty="0"/>
              <a:t> (</a:t>
            </a:r>
            <a:r>
              <a:rPr lang="en-US" i="1" dirty="0"/>
              <a:t>to obtain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186247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obtiens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obtiens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obtient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obtenons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obtenez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obtiennent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760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vouloir</a:t>
            </a:r>
            <a:r>
              <a:rPr lang="en-US" dirty="0"/>
              <a:t> (</a:t>
            </a:r>
            <a:r>
              <a:rPr lang="en-US" i="1" dirty="0"/>
              <a:t>to want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002489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veux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veux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veut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voulons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voulez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veulent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6143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pouvoir</a:t>
            </a:r>
            <a:r>
              <a:rPr lang="en-US" dirty="0"/>
              <a:t> (</a:t>
            </a:r>
            <a:r>
              <a:rPr lang="en-US" i="1" dirty="0"/>
              <a:t>to be able to/can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236148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peux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peux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peut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pouvons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pouvez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peuvent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405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/>
              <a:t>devoir</a:t>
            </a:r>
            <a:r>
              <a:rPr lang="en-US" dirty="0"/>
              <a:t> (</a:t>
            </a:r>
            <a:r>
              <a:rPr lang="en-US" i="1" dirty="0"/>
              <a:t>to have to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618322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dois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devons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devez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doivent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9030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/>
              <a:t>savoir</a:t>
            </a:r>
            <a:r>
              <a:rPr lang="en-US" dirty="0"/>
              <a:t> (</a:t>
            </a:r>
            <a:r>
              <a:rPr lang="en-US" i="1" dirty="0"/>
              <a:t>to know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555252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sais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savons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savez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savent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718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dormir</a:t>
            </a:r>
            <a:r>
              <a:rPr lang="en-US" dirty="0"/>
              <a:t> (</a:t>
            </a:r>
            <a:r>
              <a:rPr lang="en-US" i="1" dirty="0"/>
              <a:t>to sleep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329098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dors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dors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dort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dormons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dormez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dorment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535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mentir</a:t>
            </a:r>
            <a:r>
              <a:rPr lang="en-US" dirty="0"/>
              <a:t> (</a:t>
            </a:r>
            <a:r>
              <a:rPr lang="en-US" i="1" dirty="0"/>
              <a:t>to lie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214499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mens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mentons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mentez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mentent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338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sentir</a:t>
            </a:r>
            <a:r>
              <a:rPr lang="en-US" dirty="0"/>
              <a:t> (</a:t>
            </a:r>
            <a:r>
              <a:rPr lang="en-US" i="1" dirty="0"/>
              <a:t>to feel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710211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sens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sentons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sentez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sentent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47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servir</a:t>
            </a:r>
            <a:r>
              <a:rPr lang="en-US" dirty="0"/>
              <a:t> (</a:t>
            </a:r>
            <a:r>
              <a:rPr lang="en-US" i="1" dirty="0"/>
              <a:t>to serve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994269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sers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sers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sert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servons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servez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servent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096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ouvrir</a:t>
            </a:r>
            <a:r>
              <a:rPr lang="en-US" dirty="0"/>
              <a:t> (</a:t>
            </a:r>
            <a:r>
              <a:rPr lang="en-US" i="1" dirty="0"/>
              <a:t>to open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904458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ouvre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ouvres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ouvre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ouvrons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ouvrez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ouvrent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3908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découvrir</a:t>
            </a:r>
            <a:r>
              <a:rPr lang="en-US" dirty="0"/>
              <a:t> (</a:t>
            </a:r>
            <a:r>
              <a:rPr lang="en-US" i="1" dirty="0"/>
              <a:t>to discover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083825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découvre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découvres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découvre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découvrons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découvrez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découvrent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275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offrir</a:t>
            </a:r>
            <a:r>
              <a:rPr lang="en-US" dirty="0"/>
              <a:t> (</a:t>
            </a:r>
            <a:r>
              <a:rPr lang="en-US" i="1" dirty="0"/>
              <a:t>to offer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700845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offre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offres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offre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offrons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offrez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offrent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835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souffrir</a:t>
            </a:r>
            <a:r>
              <a:rPr lang="en-US" dirty="0"/>
              <a:t> (</a:t>
            </a:r>
            <a:r>
              <a:rPr lang="en-US" i="1" dirty="0"/>
              <a:t>to suffer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422950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souffre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souffres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souffre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souffrons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souffrez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souffrent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3940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6467" y="2114854"/>
            <a:ext cx="9144000" cy="1045484"/>
          </a:xfrm>
        </p:spPr>
        <p:txBody>
          <a:bodyPr>
            <a:normAutofit fontScale="90000"/>
          </a:bodyPr>
          <a:lstStyle/>
          <a:p>
            <a:r>
              <a:rPr lang="en-US" sz="7200" b="1" dirty="0"/>
              <a:t>RE Verbs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636090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boire</a:t>
            </a:r>
            <a:r>
              <a:rPr lang="en-US" dirty="0"/>
              <a:t> (</a:t>
            </a:r>
            <a:r>
              <a:rPr lang="en-US" i="1" dirty="0"/>
              <a:t>to drink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517698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bois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bois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boit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buvons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buvez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boivent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891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144000" cy="1045484"/>
          </a:xfrm>
        </p:spPr>
        <p:txBody>
          <a:bodyPr/>
          <a:lstStyle/>
          <a:p>
            <a:r>
              <a:rPr lang="en-US" b="1" dirty="0" err="1"/>
              <a:t>conduire</a:t>
            </a:r>
            <a:r>
              <a:rPr lang="en-US" dirty="0"/>
              <a:t> (</a:t>
            </a:r>
            <a:r>
              <a:rPr lang="en-US" i="1" dirty="0"/>
              <a:t>to drive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957751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conduis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conduis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conduit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conduisons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conduisez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conduisent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203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connaître</a:t>
            </a:r>
            <a:r>
              <a:rPr lang="en-US" dirty="0"/>
              <a:t> (</a:t>
            </a:r>
            <a:r>
              <a:rPr lang="en-US" i="1" dirty="0"/>
              <a:t>to be acquainted with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4144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connais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connais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connaît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connaissons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connaissez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connaissent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629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en-US" b="1" dirty="0"/>
              <a:t>dire</a:t>
            </a:r>
            <a:r>
              <a:rPr lang="en-US" dirty="0"/>
              <a:t> (</a:t>
            </a:r>
            <a:r>
              <a:rPr lang="en-US" i="1" dirty="0"/>
              <a:t>to say/ to tell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277244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dis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disons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ditez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disent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363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en-US" b="1" dirty="0" err="1"/>
              <a:t>écrire</a:t>
            </a:r>
            <a:r>
              <a:rPr lang="en-US" dirty="0"/>
              <a:t> (</a:t>
            </a:r>
            <a:r>
              <a:rPr lang="en-US" i="1" dirty="0"/>
              <a:t>to write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943368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écris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écris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écrit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écrivons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écrivez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écrivent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187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en-US" b="1" dirty="0" err="1"/>
              <a:t>croire</a:t>
            </a:r>
            <a:r>
              <a:rPr lang="en-US" dirty="0"/>
              <a:t> (</a:t>
            </a:r>
            <a:r>
              <a:rPr lang="en-US" i="1" dirty="0"/>
              <a:t>to </a:t>
            </a:r>
            <a:r>
              <a:rPr lang="en-US" i="1" dirty="0" err="1"/>
              <a:t>beleive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703577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crois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crois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croit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croyons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croyez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croient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013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en-US" b="1" dirty="0"/>
              <a:t>lire</a:t>
            </a:r>
            <a:r>
              <a:rPr lang="en-US" dirty="0"/>
              <a:t> (</a:t>
            </a:r>
            <a:r>
              <a:rPr lang="en-US" i="1" dirty="0"/>
              <a:t>to read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126450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lis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</a:t>
                      </a:r>
                      <a:r>
                        <a:rPr lang="en-US" sz="4400" dirty="0" err="1"/>
                        <a:t>elle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964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en-US" b="1" dirty="0"/>
              <a:t>prendre</a:t>
            </a:r>
            <a:r>
              <a:rPr lang="en-US" dirty="0"/>
              <a:t> (</a:t>
            </a:r>
            <a:r>
              <a:rPr lang="en-US" i="1" dirty="0"/>
              <a:t>to take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420551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prends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prends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prend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prenons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prenez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prennent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943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 err="1"/>
              <a:t>fai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do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856053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fais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fais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fait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faisons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faites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font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768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/>
              <a:t>attend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wait for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088469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attends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attends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attend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attendons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attendez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attendent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611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/>
              <a:t>descend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go down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925472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descends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descends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descend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descendons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descendez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descendent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831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/>
              <a:t>répond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answer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197385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réponds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réponds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répond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répondons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répondez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répondent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127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/>
              <a:t>vend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sell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285075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vends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vends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vend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vendons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vendez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vendent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320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/>
              <a:t>perd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lose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051416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perds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perds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perd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perdons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perdez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perdent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5714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/>
              <a:t>entend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hear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116207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entends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entends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entend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entendons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entendez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entendent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90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/>
              <a:t>défend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defend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942971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défends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défends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défend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défendons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défendez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défendent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6706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/>
              <a:t>rend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give back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125148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rends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rends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rend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rendons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rendez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rendent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3369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 err="1"/>
              <a:t>cui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cook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867379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cuis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cuis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cuit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cuisons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cuisez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cuisent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0521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 err="1"/>
              <a:t>mett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put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611919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mets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mets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mettons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mettez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mettent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82011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/>
              <a:t>apprend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learn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346621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apprends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apprends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apprend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apprenons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apprenez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apprennent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59272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/>
              <a:t>comprend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understand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468848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comprends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comprends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comprend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comprenons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comprenez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comprennent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8981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/>
              <a:t>ri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laugh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850668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ris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rions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riez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rient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0062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/>
              <a:t>souri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smile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840825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souris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souris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sourit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sourions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souriez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sourient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5421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/>
              <a:t>souri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smile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/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souris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souris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sourit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sourions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souriez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sourient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9294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 err="1"/>
              <a:t>suiv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follow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844121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suis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suis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suit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suivons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suivez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suivent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1277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6512F-89B1-455D-8440-F3D3C0C0C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070"/>
            <a:ext cx="9849492" cy="1045484"/>
          </a:xfrm>
        </p:spPr>
        <p:txBody>
          <a:bodyPr>
            <a:normAutofit/>
          </a:bodyPr>
          <a:lstStyle/>
          <a:p>
            <a:r>
              <a:rPr lang="fr-FR" b="1" dirty="0" err="1"/>
              <a:t>viv</a:t>
            </a:r>
            <a:r>
              <a:rPr lang="en-US" b="1" dirty="0"/>
              <a:t>re</a:t>
            </a:r>
            <a:r>
              <a:rPr lang="en-US" dirty="0"/>
              <a:t> (</a:t>
            </a:r>
            <a:r>
              <a:rPr lang="en-US" i="1" dirty="0"/>
              <a:t>to live</a:t>
            </a:r>
            <a:r>
              <a:rPr lang="en-US" dirty="0"/>
              <a:t>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BD2D709-F5D5-47F9-B2E0-0886B979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757279"/>
              </p:ext>
            </p:extLst>
          </p:nvPr>
        </p:nvGraphicFramePr>
        <p:xfrm>
          <a:off x="3038867" y="1633591"/>
          <a:ext cx="6577744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598">
                  <a:extLst>
                    <a:ext uri="{9D8B030D-6E8A-4147-A177-3AD203B41FA5}">
                      <a16:colId xmlns:a16="http://schemas.microsoft.com/office/drawing/2014/main" val="2899260094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1240159016"/>
                    </a:ext>
                  </a:extLst>
                </a:gridCol>
              </a:tblGrid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4400" dirty="0"/>
                        <a:t>vis</a:t>
                      </a:r>
                      <a:endParaRPr 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428440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vis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54842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Il/Elle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vit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29421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/>
                        <a:t>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vivons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8418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Vous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vivez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705477"/>
                  </a:ext>
                </a:extLst>
              </a:tr>
              <a:tr h="605849">
                <a:tc>
                  <a:txBody>
                    <a:bodyPr/>
                    <a:lstStyle/>
                    <a:p>
                      <a:pPr algn="r"/>
                      <a:r>
                        <a:rPr lang="en-US" sz="4400" dirty="0" err="1"/>
                        <a:t>Ils</a:t>
                      </a:r>
                      <a:r>
                        <a:rPr lang="en-US" sz="4400" dirty="0"/>
                        <a:t>/</a:t>
                      </a:r>
                      <a:r>
                        <a:rPr lang="en-US" sz="4400" dirty="0" err="1"/>
                        <a:t>Elles</a:t>
                      </a:r>
                      <a:endParaRPr lang="en-US" sz="4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vivent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33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737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966</Words>
  <Application>Microsoft Office PowerPoint</Application>
  <PresentationFormat>Widescreen</PresentationFormat>
  <Paragraphs>573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Office Theme</vt:lpstr>
      <vt:lpstr>Venir (to come)</vt:lpstr>
      <vt:lpstr>Revenir (to come back)</vt:lpstr>
      <vt:lpstr>devenir (to become)</vt:lpstr>
      <vt:lpstr>sortir (to go out)</vt:lpstr>
      <vt:lpstr>partir (to leave)</vt:lpstr>
      <vt:lpstr>obtenir (to obtain)</vt:lpstr>
      <vt:lpstr>vouloir (to want)</vt:lpstr>
      <vt:lpstr>pouvoir (to be able to/can)</vt:lpstr>
      <vt:lpstr>devoir (to have to)</vt:lpstr>
      <vt:lpstr>savoir (to know)</vt:lpstr>
      <vt:lpstr>dormir (to sleep)</vt:lpstr>
      <vt:lpstr>mentir (to lie)</vt:lpstr>
      <vt:lpstr>sentir (to feel)</vt:lpstr>
      <vt:lpstr>servir (to serve)</vt:lpstr>
      <vt:lpstr>ouvrir (to open)</vt:lpstr>
      <vt:lpstr>découvrir (to discover)</vt:lpstr>
      <vt:lpstr>offrir (to offer)</vt:lpstr>
      <vt:lpstr>souffrir (to suffer)</vt:lpstr>
      <vt:lpstr>RE Verbs</vt:lpstr>
      <vt:lpstr>boire (to drink)</vt:lpstr>
      <vt:lpstr>conduire (to drive)</vt:lpstr>
      <vt:lpstr>connaître (to be acquainted with)</vt:lpstr>
      <vt:lpstr>dire (to say/ to tell)</vt:lpstr>
      <vt:lpstr>écrire (to write)</vt:lpstr>
      <vt:lpstr>croire (to beleive)</vt:lpstr>
      <vt:lpstr>lire (to read)</vt:lpstr>
      <vt:lpstr>prendre (to take)</vt:lpstr>
      <vt:lpstr>faire (to do)</vt:lpstr>
      <vt:lpstr>attendre (to wait for)</vt:lpstr>
      <vt:lpstr>descendre (to go down)</vt:lpstr>
      <vt:lpstr>répondre (to answer)</vt:lpstr>
      <vt:lpstr>vendre (to sell)</vt:lpstr>
      <vt:lpstr>perdre (to lose)</vt:lpstr>
      <vt:lpstr>entendre (to hear)</vt:lpstr>
      <vt:lpstr>défendre (to defend)</vt:lpstr>
      <vt:lpstr>rendre (to give back)</vt:lpstr>
      <vt:lpstr>cuire (to cook)</vt:lpstr>
      <vt:lpstr>mettre (to put)</vt:lpstr>
      <vt:lpstr>apprendre (to learn)</vt:lpstr>
      <vt:lpstr>comprendre (to understand)</vt:lpstr>
      <vt:lpstr>rire (to laugh)</vt:lpstr>
      <vt:lpstr>sourire (to smile)</vt:lpstr>
      <vt:lpstr>sourire (to smile)</vt:lpstr>
      <vt:lpstr>suivre (to follow)</vt:lpstr>
      <vt:lpstr>vivre (to live)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Venir (to come)</dc:title>
  <dc:creator>dell</dc:creator>
  <cp:lastModifiedBy>dell</cp:lastModifiedBy>
  <cp:revision>7</cp:revision>
  <dcterms:created xsi:type="dcterms:W3CDTF">2024-03-29T08:50:58Z</dcterms:created>
  <dcterms:modified xsi:type="dcterms:W3CDTF">2024-04-01T07:50:34Z</dcterms:modified>
</cp:coreProperties>
</file>