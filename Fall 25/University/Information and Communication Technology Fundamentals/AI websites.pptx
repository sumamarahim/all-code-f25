
<file path=[Content_Types].xml><?xml version="1.0" encoding="utf-8"?>
<Types xmlns="http://schemas.openxmlformats.org/package/2006/content-types">
  <Default Extension="png" ContentType="image/png"/>
  <Default Extension="m4a" ContentType="audio/mp4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5" r:id="rId1"/>
    <p:sldMasterId id="2147483909" r:id="rId2"/>
  </p:sldMasterIdLst>
  <p:sldIdLst>
    <p:sldId id="256" r:id="rId3"/>
    <p:sldId id="257" r:id="rId4"/>
    <p:sldId id="259" r:id="rId5"/>
    <p:sldId id="269" r:id="rId6"/>
    <p:sldId id="265" r:id="rId7"/>
    <p:sldId id="268" r:id="rId8"/>
    <p:sldId id="261" r:id="rId9"/>
    <p:sldId id="270" r:id="rId10"/>
    <p:sldId id="267" r:id="rId11"/>
    <p:sldId id="266" r:id="rId12"/>
    <p:sldId id="271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6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31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24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7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4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434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4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8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9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8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64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2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09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603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2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5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5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19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25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91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3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2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316B1-24F1-4070-B361-2F00598850EE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1C011-928D-4F51-8AD5-D7AF953FE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3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c 10"/>
          <p:cNvSpPr/>
          <p:nvPr/>
        </p:nvSpPr>
        <p:spPr>
          <a:xfrm rot="10800000">
            <a:off x="2182969" y="3161979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c 14"/>
          <p:cNvSpPr/>
          <p:nvPr/>
        </p:nvSpPr>
        <p:spPr>
          <a:xfrm>
            <a:off x="502500" y="3199234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6600" dirty="0">
                <a:solidFill>
                  <a:srgbClr val="00B0F0"/>
                </a:solidFill>
                <a:latin typeface="Mont"/>
                <a:cs typeface="Mongolian Baiti" panose="03000500000000000000" pitchFamily="66" charset="0"/>
              </a:rPr>
              <a:t>Analytics</a:t>
            </a:r>
            <a:r>
              <a:rPr lang="en-US" sz="6600" dirty="0">
                <a:latin typeface="Mont"/>
                <a:cs typeface="Mongolian Baiti" panose="03000500000000000000" pitchFamily="66" charset="0"/>
              </a:rPr>
              <a:t/>
            </a:r>
            <a:br>
              <a:rPr lang="en-US" sz="6600" dirty="0">
                <a:latin typeface="Mont"/>
                <a:cs typeface="Mongolian Baiti" panose="03000500000000000000" pitchFamily="66" charset="0"/>
              </a:rPr>
            </a:br>
            <a:r>
              <a:rPr lang="en-US" sz="6600" dirty="0">
                <a:latin typeface="Mont"/>
                <a:cs typeface="Mongolian Baiti" panose="03000500000000000000" pitchFamily="66" charset="0"/>
              </a:rPr>
              <a:t>Dashboard</a:t>
            </a:r>
            <a:endParaRPr lang="en-US" sz="4800" dirty="0">
              <a:latin typeface="Mont"/>
              <a:cs typeface="Mongolian Baiti" panose="03000500000000000000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PowerPoint Presentation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7525265" y="1742303"/>
            <a:ext cx="1606379" cy="1383956"/>
          </a:xfrm>
          <a:prstGeom prst="ellipse">
            <a:avLst/>
          </a:prstGeom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100%</a:t>
            </a:r>
            <a:r>
              <a:rPr lang="en-US" dirty="0"/>
              <a:t> </a:t>
            </a:r>
          </a:p>
          <a:p>
            <a:pPr algn="ctr"/>
            <a:r>
              <a:rPr lang="en-US" dirty="0">
                <a:solidFill>
                  <a:srgbClr val="00B0F0"/>
                </a:solidFill>
              </a:rPr>
              <a:t>Awesome</a:t>
            </a:r>
          </a:p>
        </p:txBody>
      </p:sp>
      <p:sp>
        <p:nvSpPr>
          <p:cNvPr id="8" name="Arc 7"/>
          <p:cNvSpPr/>
          <p:nvPr/>
        </p:nvSpPr>
        <p:spPr>
          <a:xfrm>
            <a:off x="8158988" y="1215184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/>
          <p:cNvSpPr/>
          <p:nvPr/>
        </p:nvSpPr>
        <p:spPr>
          <a:xfrm rot="10800000">
            <a:off x="9837144" y="1242775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/>
          <p:cNvSpPr/>
          <p:nvPr/>
        </p:nvSpPr>
        <p:spPr>
          <a:xfrm>
            <a:off x="5969088" y="3782207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c 15"/>
          <p:cNvSpPr/>
          <p:nvPr/>
        </p:nvSpPr>
        <p:spPr>
          <a:xfrm rot="10800000">
            <a:off x="7665997" y="3777038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98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5535" y="1267577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6600" dirty="0">
                <a:solidFill>
                  <a:srgbClr val="00B0F0"/>
                </a:solidFill>
                <a:latin typeface="Mont"/>
                <a:cs typeface="Mongolian Baiti" panose="03000500000000000000" pitchFamily="66" charset="0"/>
              </a:rPr>
              <a:t>Analytics</a:t>
            </a:r>
            <a:r>
              <a:rPr lang="en-US" sz="6600" dirty="0">
                <a:latin typeface="Mont"/>
                <a:cs typeface="Mongolian Baiti" panose="03000500000000000000" pitchFamily="66" charset="0"/>
              </a:rPr>
              <a:t/>
            </a:r>
            <a:br>
              <a:rPr lang="en-US" sz="6600" dirty="0">
                <a:latin typeface="Mont"/>
                <a:cs typeface="Mongolian Baiti" panose="03000500000000000000" pitchFamily="66" charset="0"/>
              </a:rPr>
            </a:br>
            <a:r>
              <a:rPr lang="en-US" sz="6600" dirty="0">
                <a:latin typeface="Mont"/>
                <a:cs typeface="Mongolian Baiti" panose="03000500000000000000" pitchFamily="66" charset="0"/>
              </a:rPr>
              <a:t>Dashboard</a:t>
            </a:r>
            <a:endParaRPr lang="en-US" sz="4800" dirty="0">
              <a:latin typeface="Mont"/>
              <a:cs typeface="Mongolian Baiti" panose="03000500000000000000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1781" y="3739569"/>
            <a:ext cx="9144000" cy="1655763"/>
          </a:xfrm>
        </p:spPr>
        <p:txBody>
          <a:bodyPr/>
          <a:lstStyle/>
          <a:p>
            <a:r>
              <a:rPr lang="en-US" dirty="0" smtClean="0"/>
              <a:t>PowerPoint Presentation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7224500" y="2022625"/>
            <a:ext cx="1606379" cy="1383956"/>
          </a:xfrm>
          <a:prstGeom prst="ellipse">
            <a:avLst/>
          </a:prstGeom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100%</a:t>
            </a:r>
            <a:r>
              <a:rPr lang="en-US" dirty="0"/>
              <a:t> </a:t>
            </a:r>
          </a:p>
          <a:p>
            <a:pPr algn="ctr"/>
            <a:r>
              <a:rPr lang="en-US" dirty="0">
                <a:solidFill>
                  <a:srgbClr val="00B0F0"/>
                </a:solidFill>
              </a:rPr>
              <a:t>Awesome</a:t>
            </a:r>
          </a:p>
        </p:txBody>
      </p:sp>
      <p:sp>
        <p:nvSpPr>
          <p:cNvPr id="8" name="Arc 7"/>
          <p:cNvSpPr/>
          <p:nvPr/>
        </p:nvSpPr>
        <p:spPr>
          <a:xfrm>
            <a:off x="8158988" y="1215184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/>
          <p:cNvSpPr/>
          <p:nvPr/>
        </p:nvSpPr>
        <p:spPr>
          <a:xfrm rot="10800000">
            <a:off x="9837144" y="1242775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895535" y="3766806"/>
            <a:ext cx="5171615" cy="2981989"/>
            <a:chOff x="502498" y="3161978"/>
            <a:chExt cx="6750131" cy="4078891"/>
          </a:xfrm>
        </p:grpSpPr>
        <p:sp>
          <p:nvSpPr>
            <p:cNvPr id="11" name="Arc 10"/>
            <p:cNvSpPr/>
            <p:nvPr/>
          </p:nvSpPr>
          <p:spPr>
            <a:xfrm rot="10800000">
              <a:off x="2182968" y="3161978"/>
              <a:ext cx="3356313" cy="2719261"/>
            </a:xfrm>
            <a:prstGeom prst="arc">
              <a:avLst/>
            </a:prstGeom>
            <a:solidFill>
              <a:schemeClr val="accent2"/>
            </a:solidFill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c 13"/>
            <p:cNvSpPr/>
            <p:nvPr/>
          </p:nvSpPr>
          <p:spPr>
            <a:xfrm>
              <a:off x="2199407" y="4521608"/>
              <a:ext cx="3356313" cy="2719261"/>
            </a:xfrm>
            <a:prstGeom prst="arc">
              <a:avLst/>
            </a:prstGeom>
            <a:solidFill>
              <a:schemeClr val="accent2"/>
            </a:solidFill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c 14"/>
            <p:cNvSpPr/>
            <p:nvPr/>
          </p:nvSpPr>
          <p:spPr>
            <a:xfrm>
              <a:off x="502498" y="3199233"/>
              <a:ext cx="3356313" cy="2719261"/>
            </a:xfrm>
            <a:prstGeom prst="arc">
              <a:avLst/>
            </a:prstGeom>
            <a:solidFill>
              <a:schemeClr val="accent2"/>
            </a:solidFill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Arc 15"/>
            <p:cNvSpPr/>
            <p:nvPr/>
          </p:nvSpPr>
          <p:spPr>
            <a:xfrm rot="10800000">
              <a:off x="3896316" y="4516439"/>
              <a:ext cx="3356313" cy="2719261"/>
            </a:xfrm>
            <a:prstGeom prst="arc">
              <a:avLst/>
            </a:prstGeom>
            <a:solidFill>
              <a:schemeClr val="accent2"/>
            </a:solidFill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7733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8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5535" y="1267577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6600" dirty="0">
                <a:solidFill>
                  <a:srgbClr val="00B0F0"/>
                </a:solidFill>
                <a:latin typeface="Mont"/>
                <a:cs typeface="Mongolian Baiti" panose="03000500000000000000" pitchFamily="66" charset="0"/>
              </a:rPr>
              <a:t>AI</a:t>
            </a:r>
            <a:r>
              <a:rPr lang="en-US" sz="6600" dirty="0">
                <a:latin typeface="Mont"/>
                <a:cs typeface="Mongolian Baiti" panose="03000500000000000000" pitchFamily="66" charset="0"/>
              </a:rPr>
              <a:t/>
            </a:r>
            <a:br>
              <a:rPr lang="en-US" sz="6600" dirty="0">
                <a:latin typeface="Mont"/>
                <a:cs typeface="Mongolian Baiti" panose="03000500000000000000" pitchFamily="66" charset="0"/>
              </a:rPr>
            </a:br>
            <a:r>
              <a:rPr lang="en-US" sz="6600" dirty="0">
                <a:latin typeface="Mont"/>
                <a:cs typeface="Mongolian Baiti" panose="03000500000000000000" pitchFamily="66" charset="0"/>
              </a:rPr>
              <a:t>Websites</a:t>
            </a:r>
            <a:endParaRPr lang="en-US" sz="4800" dirty="0">
              <a:latin typeface="Mont"/>
              <a:cs typeface="Mongolian Baiti" panose="03000500000000000000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7884" y="3655177"/>
            <a:ext cx="3768288" cy="1655763"/>
          </a:xfrm>
        </p:spPr>
        <p:txBody>
          <a:bodyPr/>
          <a:lstStyle/>
          <a:p>
            <a:r>
              <a:rPr lang="en-US" dirty="0" smtClean="0"/>
              <a:t>AI Hand for your daily task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6896697" y="2830288"/>
            <a:ext cx="3230064" cy="3086993"/>
          </a:xfrm>
          <a:prstGeom prst="ellipse">
            <a:avLst/>
          </a:prstGeom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/>
              <a:t>100%</a:t>
            </a:r>
            <a:r>
              <a:rPr lang="en-US" sz="4000" dirty="0"/>
              <a:t> </a:t>
            </a:r>
          </a:p>
          <a:p>
            <a:pPr algn="ctr"/>
            <a:r>
              <a:rPr lang="en-US" sz="4000" dirty="0">
                <a:solidFill>
                  <a:srgbClr val="00B0F0"/>
                </a:solidFill>
              </a:rPr>
              <a:t>Awesome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8" name="Arc 7"/>
          <p:cNvSpPr/>
          <p:nvPr/>
        </p:nvSpPr>
        <p:spPr>
          <a:xfrm>
            <a:off x="6480830" y="1242775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/>
          <p:cNvSpPr/>
          <p:nvPr/>
        </p:nvSpPr>
        <p:spPr>
          <a:xfrm rot="10800000">
            <a:off x="9837144" y="1242775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8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5535" y="1267577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6600" dirty="0">
                <a:solidFill>
                  <a:srgbClr val="00B0F0"/>
                </a:solidFill>
                <a:latin typeface="Mont"/>
                <a:cs typeface="Mongolian Baiti" panose="03000500000000000000" pitchFamily="66" charset="0"/>
              </a:rPr>
              <a:t>AI</a:t>
            </a:r>
            <a:r>
              <a:rPr lang="en-US" sz="6600" dirty="0">
                <a:latin typeface="Mont"/>
                <a:cs typeface="Mongolian Baiti" panose="03000500000000000000" pitchFamily="66" charset="0"/>
              </a:rPr>
              <a:t/>
            </a:r>
            <a:br>
              <a:rPr lang="en-US" sz="6600" dirty="0">
                <a:latin typeface="Mont"/>
                <a:cs typeface="Mongolian Baiti" panose="03000500000000000000" pitchFamily="66" charset="0"/>
              </a:rPr>
            </a:br>
            <a:r>
              <a:rPr lang="en-US" sz="6600" dirty="0">
                <a:latin typeface="Mont"/>
                <a:cs typeface="Mongolian Baiti" panose="03000500000000000000" pitchFamily="66" charset="0"/>
              </a:rPr>
              <a:t>Websites</a:t>
            </a:r>
            <a:endParaRPr lang="en-US" sz="4800" dirty="0">
              <a:latin typeface="Mont"/>
              <a:cs typeface="Mongolian Baiti" panose="03000500000000000000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7884" y="3655177"/>
            <a:ext cx="3768288" cy="1655763"/>
          </a:xfrm>
        </p:spPr>
        <p:txBody>
          <a:bodyPr/>
          <a:lstStyle/>
          <a:p>
            <a:r>
              <a:rPr lang="en-US" dirty="0" smtClean="0"/>
              <a:t>AI Hand for your daily task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6896697" y="2830288"/>
            <a:ext cx="3230064" cy="3086993"/>
          </a:xfrm>
          <a:prstGeom prst="ellipse">
            <a:avLst/>
          </a:prstGeom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400" b="1" dirty="0"/>
              <a:t>100%</a:t>
            </a:r>
            <a:r>
              <a:rPr lang="en-US" sz="4000" dirty="0"/>
              <a:t> </a:t>
            </a:r>
          </a:p>
          <a:p>
            <a:pPr algn="ctr"/>
            <a:r>
              <a:rPr lang="en-US" sz="4000" dirty="0">
                <a:solidFill>
                  <a:srgbClr val="00B0F0"/>
                </a:solidFill>
              </a:rPr>
              <a:t>Awesome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8" name="Arc 7"/>
          <p:cNvSpPr/>
          <p:nvPr/>
        </p:nvSpPr>
        <p:spPr>
          <a:xfrm>
            <a:off x="6480830" y="1242775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/>
          <p:cNvSpPr/>
          <p:nvPr/>
        </p:nvSpPr>
        <p:spPr>
          <a:xfrm rot="10800000">
            <a:off x="9837144" y="1242775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60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ucti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8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147" y="351272"/>
            <a:ext cx="10515600" cy="1325563"/>
          </a:xfrm>
        </p:spPr>
        <p:txBody>
          <a:bodyPr/>
          <a:lstStyle/>
          <a:p>
            <a:r>
              <a:rPr lang="en-US" dirty="0" smtClean="0"/>
              <a:t>Outlines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1229"/>
            <a:ext cx="10515600" cy="4351339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lang="en-US" dirty="0" smtClean="0"/>
          </a:p>
          <a:p>
            <a:r>
              <a:rPr lang="en-US" dirty="0" smtClean="0"/>
              <a:t>16 Awesome AI Websites</a:t>
            </a:r>
            <a:endParaRPr lang="en-US" dirty="0"/>
          </a:p>
          <a:p>
            <a:r>
              <a:rPr lang="en-US" dirty="0" smtClean="0"/>
              <a:t>Closing and Remarks </a:t>
            </a:r>
          </a:p>
          <a:p>
            <a:r>
              <a:rPr lang="en-US" dirty="0" err="1" smtClean="0"/>
              <a:t>QndAs</a:t>
            </a:r>
            <a:endParaRPr lang="en-US" dirty="0"/>
          </a:p>
          <a:p>
            <a:r>
              <a:rPr lang="en-US" dirty="0" smtClean="0"/>
              <a:t>Add new if need </a:t>
            </a:r>
            <a:endParaRPr lang="en-US" dirty="0"/>
          </a:p>
          <a:p>
            <a:r>
              <a:rPr lang="en-US" dirty="0"/>
              <a:t>S</a:t>
            </a:r>
            <a:r>
              <a:rPr lang="en-US" dirty="0" smtClean="0"/>
              <a:t>ome thing new if need</a:t>
            </a:r>
          </a:p>
          <a:p>
            <a:r>
              <a:rPr lang="en-US" dirty="0" smtClean="0"/>
              <a:t>Something new if need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943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7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7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7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7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7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99952" y="1313887"/>
            <a:ext cx="10943167" cy="1082675"/>
          </a:xfrm>
        </p:spPr>
        <p:txBody>
          <a:bodyPr/>
          <a:lstStyle/>
          <a:p>
            <a:r>
              <a:rPr lang="en-US" sz="6000" dirty="0" smtClean="0"/>
              <a:t>Let’s get started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522348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AI?</a:t>
            </a:r>
          </a:p>
          <a:p>
            <a:r>
              <a:rPr lang="en-US" dirty="0" smtClean="0"/>
              <a:t>What is </a:t>
            </a:r>
            <a:r>
              <a:rPr lang="en-US" dirty="0" err="1" smtClean="0"/>
              <a:t>ChatGPT</a:t>
            </a:r>
            <a:r>
              <a:rPr lang="en-US" dirty="0" smtClean="0"/>
              <a:t>?</a:t>
            </a:r>
          </a:p>
          <a:p>
            <a:r>
              <a:rPr lang="en-US" dirty="0" smtClean="0"/>
              <a:t>What is GPT and How it works?</a:t>
            </a:r>
          </a:p>
          <a:p>
            <a:r>
              <a:rPr lang="en-US" dirty="0" err="1" smtClean="0"/>
              <a:t>ChatGPT</a:t>
            </a:r>
            <a:r>
              <a:rPr lang="en-US" dirty="0" smtClean="0"/>
              <a:t> boom</a:t>
            </a:r>
          </a:p>
          <a:p>
            <a:r>
              <a:rPr lang="en-US" dirty="0" smtClean="0"/>
              <a:t>Everyone talking about it, why?</a:t>
            </a:r>
          </a:p>
          <a:p>
            <a:r>
              <a:rPr lang="en-US" dirty="0" smtClean="0"/>
              <a:t>90% are missing other AI </a:t>
            </a:r>
            <a:r>
              <a:rPr lang="en-US" dirty="0" err="1" smtClean="0"/>
              <a:t>revo</a:t>
            </a:r>
            <a:endParaRPr lang="en-US" dirty="0"/>
          </a:p>
          <a:p>
            <a:r>
              <a:rPr lang="en-US" dirty="0" smtClean="0"/>
              <a:t>Other AI tools you need to know about it</a:t>
            </a:r>
            <a:endParaRPr lang="en-US" dirty="0"/>
          </a:p>
        </p:txBody>
      </p:sp>
      <p:pic>
        <p:nvPicPr>
          <p:cNvPr id="4" name="AI Websites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56271" y="556736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722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000"/>
                            </p:stCondLst>
                            <p:childTnLst>
                              <p:par>
                                <p:cTn id="19" presetID="31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000"/>
                            </p:stCondLst>
                            <p:childTnLst>
                              <p:par>
                                <p:cTn id="26" presetID="31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000"/>
                            </p:stCondLst>
                            <p:childTnLst>
                              <p:par>
                                <p:cTn id="33" presetID="31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0"/>
                            </p:stCondLst>
                            <p:childTnLst>
                              <p:par>
                                <p:cTn id="40" presetID="31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6000"/>
                            </p:stCondLst>
                            <p:childTnLst>
                              <p:par>
                                <p:cTn id="47" presetID="31" presetClass="entr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7" dur="209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Why these AI websites?</a:t>
            </a:r>
          </a:p>
          <a:p>
            <a:r>
              <a:rPr lang="en-US" dirty="0" smtClean="0"/>
              <a:t>This is for who?</a:t>
            </a:r>
          </a:p>
          <a:p>
            <a:r>
              <a:rPr lang="en-US" dirty="0" smtClean="0"/>
              <a:t>How it can help you?</a:t>
            </a:r>
            <a:endParaRPr lang="en-US" dirty="0"/>
          </a:p>
        </p:txBody>
      </p:sp>
      <p:pic>
        <p:nvPicPr>
          <p:cNvPr id="4" name="AI Websites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56271" y="556736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5915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9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147" y="351272"/>
            <a:ext cx="10515600" cy="1325563"/>
          </a:xfrm>
        </p:spPr>
        <p:txBody>
          <a:bodyPr/>
          <a:lstStyle/>
          <a:p>
            <a:r>
              <a:rPr lang="en-US" dirty="0" smtClean="0"/>
              <a:t>List of Awesome AI Websites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1229"/>
            <a:ext cx="10515600" cy="4351339"/>
          </a:xfrm>
        </p:spPr>
        <p:txBody>
          <a:bodyPr>
            <a:normAutofit/>
          </a:bodyPr>
          <a:lstStyle/>
          <a:p>
            <a:r>
              <a:rPr lang="en-US" dirty="0" err="1" smtClean="0"/>
              <a:t>Bg</a:t>
            </a:r>
            <a:r>
              <a:rPr lang="en-US" dirty="0" smtClean="0"/>
              <a:t> </a:t>
            </a:r>
            <a:r>
              <a:rPr lang="en-US" dirty="0"/>
              <a:t>voices, noise cleaner</a:t>
            </a:r>
            <a:endParaRPr lang="en-US" dirty="0" smtClean="0"/>
          </a:p>
          <a:p>
            <a:r>
              <a:rPr lang="en-US" dirty="0"/>
              <a:t>Royalty free music</a:t>
            </a:r>
          </a:p>
          <a:p>
            <a:r>
              <a:rPr lang="en-US" dirty="0"/>
              <a:t>Auto Podcast editor </a:t>
            </a:r>
            <a:endParaRPr lang="en-US" dirty="0" smtClean="0"/>
          </a:p>
          <a:p>
            <a:r>
              <a:rPr lang="en-US" dirty="0"/>
              <a:t>Studio quality recording</a:t>
            </a:r>
          </a:p>
          <a:p>
            <a:r>
              <a:rPr lang="en-US" dirty="0"/>
              <a:t>Branded Content Design</a:t>
            </a:r>
            <a:r>
              <a:rPr lang="en-US" dirty="0" smtClean="0"/>
              <a:t> </a:t>
            </a:r>
            <a:endParaRPr lang="en-US" dirty="0"/>
          </a:p>
          <a:p>
            <a:r>
              <a:rPr lang="en-US" dirty="0"/>
              <a:t>Create Vector Images from text</a:t>
            </a:r>
          </a:p>
          <a:p>
            <a:r>
              <a:rPr lang="en-US" dirty="0"/>
              <a:t>Generate exact </a:t>
            </a:r>
            <a:r>
              <a:rPr lang="en-US" dirty="0" smtClean="0"/>
              <a:t>patterns</a:t>
            </a:r>
          </a:p>
          <a:p>
            <a:r>
              <a:rPr lang="en-US" dirty="0"/>
              <a:t>AI-powered knowledge base</a:t>
            </a:r>
          </a:p>
        </p:txBody>
      </p:sp>
    </p:spTree>
    <p:extLst>
      <p:ext uri="{BB962C8B-B14F-4D97-AF65-F5344CB8AC3E}">
        <p14:creationId xmlns:p14="http://schemas.microsoft.com/office/powerpoint/2010/main" val="1344508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7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7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7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7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7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17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147" y="351272"/>
            <a:ext cx="10515600" cy="1325563"/>
          </a:xfrm>
        </p:spPr>
        <p:txBody>
          <a:bodyPr/>
          <a:lstStyle/>
          <a:p>
            <a:r>
              <a:rPr lang="en-US" dirty="0"/>
              <a:t>List of Awesome AI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1229"/>
            <a:ext cx="10515600" cy="4351339"/>
          </a:xfrm>
        </p:spPr>
        <p:txBody>
          <a:bodyPr>
            <a:normAutofit/>
          </a:bodyPr>
          <a:lstStyle/>
          <a:p>
            <a:r>
              <a:rPr lang="en-US" dirty="0" smtClean="0"/>
              <a:t>Generate perfect stock photo</a:t>
            </a:r>
          </a:p>
          <a:p>
            <a:r>
              <a:rPr lang="en-US" dirty="0" smtClean="0"/>
              <a:t>Copy creation</a:t>
            </a:r>
          </a:p>
          <a:p>
            <a:r>
              <a:rPr lang="en-US" dirty="0"/>
              <a:t>Amazon listings</a:t>
            </a:r>
          </a:p>
          <a:p>
            <a:r>
              <a:rPr lang="en-US" dirty="0"/>
              <a:t>Create and Schedule SM content 10X faster</a:t>
            </a:r>
          </a:p>
          <a:p>
            <a:r>
              <a:rPr lang="en-US" dirty="0"/>
              <a:t>High performing cold emails</a:t>
            </a:r>
          </a:p>
          <a:p>
            <a:r>
              <a:rPr lang="en-US" dirty="0"/>
              <a:t>Long to short form vids </a:t>
            </a:r>
          </a:p>
          <a:p>
            <a:r>
              <a:rPr lang="en-US" dirty="0"/>
              <a:t>Personalized vids gen</a:t>
            </a:r>
          </a:p>
          <a:p>
            <a:r>
              <a:rPr lang="en-US" dirty="0"/>
              <a:t>Automate Customer Support</a:t>
            </a:r>
          </a:p>
        </p:txBody>
      </p:sp>
    </p:spTree>
    <p:extLst>
      <p:ext uri="{BB962C8B-B14F-4D97-AF65-F5344CB8AC3E}">
        <p14:creationId xmlns:p14="http://schemas.microsoft.com/office/powerpoint/2010/main" val="427734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7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7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7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7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7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97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websites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5803719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988498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672527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971269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190975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Website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Target Audience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Payment Plan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467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PuzzleLabs.</a:t>
                      </a:r>
                      <a:r>
                        <a:rPr lang="en-US" baseline="0" dirty="0" smtClean="0"/>
                        <a:t>AI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AI powered wiki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Professionals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Free</a:t>
                      </a:r>
                      <a:r>
                        <a:rPr lang="en-US" baseline="0" dirty="0" smtClean="0"/>
                        <a:t> Available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327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QuickChat.AI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Customer Support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Professionals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Free Available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410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593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80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73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653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27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24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016259" y="1277943"/>
            <a:ext cx="2926144" cy="3041827"/>
            <a:chOff x="887057" y="994652"/>
            <a:chExt cx="3502634" cy="3382228"/>
          </a:xfrm>
        </p:grpSpPr>
        <p:sp>
          <p:nvSpPr>
            <p:cNvPr id="16" name="Arc 15"/>
            <p:cNvSpPr/>
            <p:nvPr/>
          </p:nvSpPr>
          <p:spPr>
            <a:xfrm rot="18720580">
              <a:off x="795784" y="1177215"/>
              <a:ext cx="3356313" cy="2991187"/>
            </a:xfrm>
            <a:prstGeom prst="arc">
              <a:avLst>
                <a:gd name="adj1" fmla="val 16200000"/>
                <a:gd name="adj2" fmla="val 21337458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Arc 18"/>
            <p:cNvSpPr/>
            <p:nvPr/>
          </p:nvSpPr>
          <p:spPr>
            <a:xfrm rot="13320580">
              <a:off x="887057" y="1385693"/>
              <a:ext cx="3356313" cy="2991187"/>
            </a:xfrm>
            <a:prstGeom prst="arc">
              <a:avLst>
                <a:gd name="adj1" fmla="val 18475577"/>
                <a:gd name="adj2" fmla="val 21495905"/>
              </a:avLst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c 19"/>
            <p:cNvSpPr/>
            <p:nvPr/>
          </p:nvSpPr>
          <p:spPr>
            <a:xfrm rot="2237771">
              <a:off x="1033378" y="1137426"/>
              <a:ext cx="3356313" cy="2991187"/>
            </a:xfrm>
            <a:prstGeom prst="arc">
              <a:avLst>
                <a:gd name="adj1" fmla="val 16200000"/>
                <a:gd name="adj2" fmla="val 20642989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Oval 3"/>
          <p:cNvSpPr/>
          <p:nvPr/>
        </p:nvSpPr>
        <p:spPr>
          <a:xfrm>
            <a:off x="1689667" y="1910427"/>
            <a:ext cx="1606379" cy="1383956"/>
          </a:xfrm>
          <a:prstGeom prst="ellipse">
            <a:avLst/>
          </a:prstGeom>
        </p:spPr>
        <p:style>
          <a:lnRef idx="2">
            <a:schemeClr val="accent6"/>
          </a:lnRef>
          <a:fillRef idx="1003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100%</a:t>
            </a:r>
            <a:r>
              <a:rPr lang="en-US" dirty="0"/>
              <a:t> </a:t>
            </a:r>
          </a:p>
          <a:p>
            <a:pPr algn="ctr"/>
            <a:r>
              <a:rPr lang="en-US" dirty="0">
                <a:solidFill>
                  <a:srgbClr val="00B0F0"/>
                </a:solidFill>
              </a:rPr>
              <a:t>Awesome</a:t>
            </a:r>
          </a:p>
        </p:txBody>
      </p:sp>
      <p:sp>
        <p:nvSpPr>
          <p:cNvPr id="8" name="Arc 7"/>
          <p:cNvSpPr/>
          <p:nvPr/>
        </p:nvSpPr>
        <p:spPr>
          <a:xfrm>
            <a:off x="8158988" y="1215184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accent1"/>
                </a:solidFill>
              </a:ln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Arc 9"/>
          <p:cNvSpPr/>
          <p:nvPr/>
        </p:nvSpPr>
        <p:spPr>
          <a:xfrm rot="10800000">
            <a:off x="9837144" y="1242775"/>
            <a:ext cx="3356313" cy="2719261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/>
          <p:cNvSpPr/>
          <p:nvPr/>
        </p:nvSpPr>
        <p:spPr>
          <a:xfrm rot="5209970">
            <a:off x="3458482" y="3891369"/>
            <a:ext cx="3356313" cy="2991187"/>
          </a:xfrm>
          <a:prstGeom prst="arc">
            <a:avLst/>
          </a:prstGeom>
          <a:solidFill>
            <a:schemeClr val="accent2"/>
          </a:solidFill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1266807" y="4273432"/>
            <a:ext cx="2547287" cy="2541853"/>
            <a:chOff x="887057" y="994652"/>
            <a:chExt cx="3502634" cy="3382228"/>
          </a:xfrm>
        </p:grpSpPr>
        <p:sp>
          <p:nvSpPr>
            <p:cNvPr id="23" name="Arc 22"/>
            <p:cNvSpPr/>
            <p:nvPr/>
          </p:nvSpPr>
          <p:spPr>
            <a:xfrm rot="18720580">
              <a:off x="795784" y="1177215"/>
              <a:ext cx="3356313" cy="2991187"/>
            </a:xfrm>
            <a:prstGeom prst="arc">
              <a:avLst>
                <a:gd name="adj1" fmla="val 16200000"/>
                <a:gd name="adj2" fmla="val 21337458"/>
              </a:avLst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c 23"/>
            <p:cNvSpPr/>
            <p:nvPr/>
          </p:nvSpPr>
          <p:spPr>
            <a:xfrm rot="13320580">
              <a:off x="887057" y="1385693"/>
              <a:ext cx="3356313" cy="2991187"/>
            </a:xfrm>
            <a:prstGeom prst="arc">
              <a:avLst>
                <a:gd name="adj1" fmla="val 18475577"/>
                <a:gd name="adj2" fmla="val 21495905"/>
              </a:avLst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c 24"/>
            <p:cNvSpPr/>
            <p:nvPr/>
          </p:nvSpPr>
          <p:spPr>
            <a:xfrm rot="2237771">
              <a:off x="1033378" y="1137426"/>
              <a:ext cx="3356313" cy="2991187"/>
            </a:xfrm>
            <a:prstGeom prst="arc">
              <a:avLst>
                <a:gd name="adj1" fmla="val 16200000"/>
                <a:gd name="adj2" fmla="val 20642989"/>
              </a:avLst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9125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Words>211</Words>
  <Application>Microsoft Office PowerPoint</Application>
  <PresentationFormat>Widescreen</PresentationFormat>
  <Paragraphs>70</Paragraphs>
  <Slides>12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Mongolian Baiti</vt:lpstr>
      <vt:lpstr>Mont</vt:lpstr>
      <vt:lpstr>Office Theme</vt:lpstr>
      <vt:lpstr>1_Office Theme</vt:lpstr>
      <vt:lpstr>Analytics Dashboard</vt:lpstr>
      <vt:lpstr>Analytics Dashboard</vt:lpstr>
      <vt:lpstr>AI Websites</vt:lpstr>
      <vt:lpstr>AI Websites</vt:lpstr>
      <vt:lpstr>Outlines</vt:lpstr>
      <vt:lpstr>Let’s get started</vt:lpstr>
      <vt:lpstr>Introduction</vt:lpstr>
      <vt:lpstr>Introduction</vt:lpstr>
      <vt:lpstr>List of Awesome AI Websites</vt:lpstr>
      <vt:lpstr>List of Awesome AI Websites</vt:lpstr>
      <vt:lpstr>Table of websites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Analytics Dashboard</dc:title>
  <dc:creator>Moorche</dc:creator>
  <cp:lastModifiedBy>Moorche</cp:lastModifiedBy>
  <cp:revision>33</cp:revision>
  <dcterms:created xsi:type="dcterms:W3CDTF">2024-11-24T11:51:15Z</dcterms:created>
  <dcterms:modified xsi:type="dcterms:W3CDTF">2024-11-25T08:29:34Z</dcterms:modified>
</cp:coreProperties>
</file>