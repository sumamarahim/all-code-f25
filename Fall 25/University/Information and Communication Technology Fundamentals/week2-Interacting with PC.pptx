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5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6616F213-EFD2-489E-9A78-590B8912D5BE}" type="datetimeFigureOut">
              <a:rPr lang="en-US" smtClean="0"/>
              <a:t>9/10/2014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3A0BE70-1821-4F37-9FE9-58C63931CFD1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ile:///\\192.168.13.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InPut/OutPut</a:t>
            </a:r>
            <a:r>
              <a:rPr lang="en-US" dirty="0"/>
              <a:t> Devices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Interacting with your Computer</a:t>
            </a:r>
          </a:p>
        </p:txBody>
      </p:sp>
    </p:spTree>
    <p:extLst>
      <p:ext uri="{BB962C8B-B14F-4D97-AF65-F5344CB8AC3E}">
        <p14:creationId xmlns:p14="http://schemas.microsoft.com/office/powerpoint/2010/main" val="244247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Enables you to enter information and </a:t>
            </a:r>
            <a:r>
              <a:rPr lang="en-US" dirty="0" smtClean="0"/>
              <a:t>commands </a:t>
            </a:r>
            <a:r>
              <a:rPr lang="en-US" dirty="0"/>
              <a:t>into the computer.</a:t>
            </a:r>
          </a:p>
          <a:p>
            <a:r>
              <a:rPr lang="en-US" dirty="0" smtClean="0"/>
              <a:t>If </a:t>
            </a:r>
            <a:r>
              <a:rPr lang="en-US" dirty="0"/>
              <a:t>computer is brain, input devices are </a:t>
            </a:r>
            <a:r>
              <a:rPr lang="en-US" dirty="0" smtClean="0"/>
              <a:t>sensory organs</a:t>
            </a:r>
            <a:endParaRPr lang="en-US" dirty="0"/>
          </a:p>
          <a:p>
            <a:r>
              <a:rPr lang="en-US" dirty="0"/>
              <a:t>Key board and mouse are the most commonly </a:t>
            </a:r>
            <a:r>
              <a:rPr lang="en-US" dirty="0" smtClean="0"/>
              <a:t>used </a:t>
            </a:r>
            <a:r>
              <a:rPr lang="en-US" dirty="0"/>
              <a:t>input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Keyboards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Primary input device for entering text and </a:t>
            </a:r>
            <a:r>
              <a:rPr lang="en-US" dirty="0" smtClean="0"/>
              <a:t>numbers</a:t>
            </a:r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standard keyboard include about 100 </a:t>
            </a:r>
            <a:r>
              <a:rPr lang="en-US" dirty="0" smtClean="0"/>
              <a:t>keys</a:t>
            </a:r>
            <a:endParaRPr lang="en-US" dirty="0"/>
          </a:p>
          <a:p>
            <a:r>
              <a:rPr lang="en-US" dirty="0"/>
              <a:t>Each key sends a different signal to the CPU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4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Keyboard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Alphanumeric Keys</a:t>
            </a:r>
          </a:p>
          <a:p>
            <a:r>
              <a:rPr lang="en-US" dirty="0" smtClean="0"/>
              <a:t>Modifier </a:t>
            </a:r>
            <a:r>
              <a:rPr lang="en-US" dirty="0"/>
              <a:t>Keys</a:t>
            </a:r>
          </a:p>
          <a:p>
            <a:r>
              <a:rPr lang="en-US" dirty="0" smtClean="0"/>
              <a:t>Numeric </a:t>
            </a:r>
            <a:r>
              <a:rPr lang="en-US" dirty="0"/>
              <a:t>Keypad</a:t>
            </a:r>
          </a:p>
          <a:p>
            <a:r>
              <a:rPr lang="en-US" dirty="0" smtClean="0"/>
              <a:t>Function </a:t>
            </a:r>
            <a:r>
              <a:rPr lang="en-US" dirty="0"/>
              <a:t>Keys</a:t>
            </a:r>
          </a:p>
          <a:p>
            <a:r>
              <a:rPr lang="en-US" dirty="0" smtClean="0"/>
              <a:t>Cursor </a:t>
            </a:r>
            <a:r>
              <a:rPr lang="en-US" dirty="0"/>
              <a:t>Movement Keys</a:t>
            </a:r>
          </a:p>
          <a:p>
            <a:r>
              <a:rPr lang="en-US" dirty="0" smtClean="0"/>
              <a:t>Special purpose Keys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75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Keyboard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1752599"/>
            <a:ext cx="95631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57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Computer accepts input from Keyboard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9814" y="1752600"/>
            <a:ext cx="994410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019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PC now a days include a mouse as the </a:t>
            </a:r>
            <a:r>
              <a:rPr lang="en-US" dirty="0" smtClean="0"/>
              <a:t>pointing </a:t>
            </a:r>
            <a:r>
              <a:rPr lang="en-US" dirty="0"/>
              <a:t>device</a:t>
            </a:r>
          </a:p>
          <a:p>
            <a:r>
              <a:rPr lang="en-US" dirty="0" smtClean="0"/>
              <a:t>Input </a:t>
            </a:r>
            <a:r>
              <a:rPr lang="en-US" dirty="0"/>
              <a:t>device that you can move around on a </a:t>
            </a:r>
            <a:r>
              <a:rPr lang="en-US" dirty="0" smtClean="0"/>
              <a:t>flat </a:t>
            </a:r>
            <a:r>
              <a:rPr lang="en-US" dirty="0"/>
              <a:t>surface</a:t>
            </a:r>
          </a:p>
          <a:p>
            <a:r>
              <a:rPr lang="en-US" dirty="0" smtClean="0"/>
              <a:t>Controls </a:t>
            </a:r>
            <a:r>
              <a:rPr lang="en-US" dirty="0"/>
              <a:t>the pointer</a:t>
            </a:r>
          </a:p>
          <a:p>
            <a:r>
              <a:rPr lang="en-US" dirty="0" smtClean="0"/>
              <a:t>Onscreen </a:t>
            </a:r>
            <a:r>
              <a:rPr lang="en-US" dirty="0"/>
              <a:t>object, usually an arrow, that is used to </a:t>
            </a:r>
            <a:r>
              <a:rPr lang="en-US" dirty="0" smtClean="0"/>
              <a:t>select </a:t>
            </a:r>
            <a:r>
              <a:rPr lang="en-US" dirty="0"/>
              <a:t>text; access menus; and interact with </a:t>
            </a:r>
            <a:r>
              <a:rPr lang="en-US" dirty="0" smtClean="0"/>
              <a:t>programs</a:t>
            </a:r>
            <a:r>
              <a:rPr lang="en-US" dirty="0"/>
              <a:t>, files or data that appear on the screen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3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Mechanical </a:t>
            </a:r>
            <a:r>
              <a:rPr lang="en-US" dirty="0" smtClean="0"/>
              <a:t>Mouse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Contains </a:t>
            </a:r>
            <a:r>
              <a:rPr lang="en-US" dirty="0"/>
              <a:t>a small rubber ball that is placed </a:t>
            </a:r>
            <a:r>
              <a:rPr lang="en-US" dirty="0" smtClean="0"/>
              <a:t>inside a </a:t>
            </a:r>
            <a:r>
              <a:rPr lang="en-US" dirty="0"/>
              <a:t>hole in the bottom of the mouse’s </a:t>
            </a:r>
            <a:r>
              <a:rPr lang="en-US" dirty="0" smtClean="0"/>
              <a:t>case</a:t>
            </a:r>
            <a:endParaRPr lang="en-US" dirty="0"/>
          </a:p>
          <a:p>
            <a:r>
              <a:rPr lang="en-US" dirty="0"/>
              <a:t>The ball rolls inside the case when you move the </a:t>
            </a:r>
            <a:r>
              <a:rPr lang="en-US" dirty="0" smtClean="0"/>
              <a:t>mouse </a:t>
            </a:r>
            <a:r>
              <a:rPr lang="en-US" dirty="0"/>
              <a:t>around on flat surface</a:t>
            </a:r>
          </a:p>
          <a:p>
            <a:r>
              <a:rPr lang="en-US" dirty="0" smtClean="0"/>
              <a:t>Rollers </a:t>
            </a:r>
            <a:r>
              <a:rPr lang="en-US" dirty="0"/>
              <a:t>and sensors inside the mouse send </a:t>
            </a:r>
            <a:r>
              <a:rPr lang="en-US" dirty="0" smtClean="0"/>
              <a:t>signals </a:t>
            </a:r>
            <a:r>
              <a:rPr lang="en-US" dirty="0"/>
              <a:t>to the computer, telling it the distance, </a:t>
            </a:r>
            <a:r>
              <a:rPr lang="en-US" dirty="0" smtClean="0"/>
              <a:t>direction </a:t>
            </a:r>
            <a:r>
              <a:rPr lang="en-US" dirty="0"/>
              <a:t>and speed of the ball’s motion</a:t>
            </a:r>
          </a:p>
          <a:p>
            <a:r>
              <a:rPr lang="en-US" dirty="0" smtClean="0"/>
              <a:t>The </a:t>
            </a:r>
            <a:r>
              <a:rPr lang="en-US" dirty="0"/>
              <a:t>computer uses this data to position the </a:t>
            </a:r>
            <a:r>
              <a:rPr lang="en-US" dirty="0" smtClean="0"/>
              <a:t>mouse </a:t>
            </a:r>
            <a:r>
              <a:rPr lang="en-US" dirty="0"/>
              <a:t>pointer on the screen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53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Mouse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Emits </a:t>
            </a:r>
            <a:r>
              <a:rPr lang="en-US" dirty="0"/>
              <a:t>a beam of light from its </a:t>
            </a:r>
            <a:r>
              <a:rPr lang="en-US" dirty="0" smtClean="0"/>
              <a:t>underside</a:t>
            </a:r>
            <a:endParaRPr lang="en-US" dirty="0"/>
          </a:p>
          <a:p>
            <a:r>
              <a:rPr lang="en-US" dirty="0"/>
              <a:t>Uses light reflection to judge the distance, </a:t>
            </a:r>
            <a:r>
              <a:rPr lang="en-US" dirty="0" smtClean="0"/>
              <a:t>direction </a:t>
            </a:r>
            <a:r>
              <a:rPr lang="en-US" dirty="0"/>
              <a:t>and speed of its travel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05200"/>
            <a:ext cx="8153400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278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mouse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524000"/>
            <a:ext cx="8503920" cy="4572000"/>
          </a:xfrm>
        </p:spPr>
        <p:txBody>
          <a:bodyPr>
            <a:normAutofit/>
          </a:bodyPr>
          <a:lstStyle/>
          <a:p>
            <a:r>
              <a:rPr lang="en-US" dirty="0"/>
              <a:t>Pointing </a:t>
            </a:r>
          </a:p>
          <a:p>
            <a:r>
              <a:rPr lang="en-US" dirty="0" smtClean="0"/>
              <a:t>Clicking</a:t>
            </a:r>
            <a:endParaRPr lang="en-US" dirty="0"/>
          </a:p>
          <a:p>
            <a:r>
              <a:rPr lang="en-US" dirty="0" smtClean="0"/>
              <a:t>Double-clicking</a:t>
            </a:r>
            <a:endParaRPr lang="en-US" dirty="0"/>
          </a:p>
          <a:p>
            <a:r>
              <a:rPr lang="en-US" dirty="0" smtClean="0"/>
              <a:t>Dragging</a:t>
            </a:r>
            <a:endParaRPr lang="en-US" dirty="0"/>
          </a:p>
          <a:p>
            <a:r>
              <a:rPr lang="en-US" dirty="0" smtClean="0"/>
              <a:t>Right-clicking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23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Variants of Mouse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Devices that duplicate the mouse’s </a:t>
            </a:r>
            <a:r>
              <a:rPr lang="en-US" dirty="0" smtClean="0"/>
              <a:t>functionality </a:t>
            </a:r>
            <a:r>
              <a:rPr lang="en-US" dirty="0"/>
              <a:t>but interact with the user in </a:t>
            </a:r>
            <a:r>
              <a:rPr lang="en-US" dirty="0" smtClean="0"/>
              <a:t>different ways</a:t>
            </a:r>
            <a:endParaRPr lang="en-US" dirty="0"/>
          </a:p>
          <a:p>
            <a:pPr lvl="1"/>
            <a:r>
              <a:rPr lang="en-US" dirty="0" smtClean="0"/>
              <a:t>Trackballs</a:t>
            </a:r>
            <a:endParaRPr lang="en-US" dirty="0"/>
          </a:p>
          <a:p>
            <a:pPr lvl="1"/>
            <a:r>
              <a:rPr lang="en-US" dirty="0"/>
              <a:t>Track </a:t>
            </a:r>
            <a:r>
              <a:rPr lang="en-US" dirty="0" smtClean="0"/>
              <a:t>pads</a:t>
            </a:r>
            <a:endParaRPr lang="en-US" dirty="0"/>
          </a:p>
          <a:p>
            <a:pPr lvl="1"/>
            <a:r>
              <a:rPr lang="en-US" dirty="0"/>
              <a:t>Pointers in the keyboard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6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Ergonomics &amp; input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Study of physical relationship between people and their tools – e.g. computer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00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Assignment#2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Q1: Describe other ways of inputting into the computer</a:t>
            </a:r>
          </a:p>
          <a:p>
            <a:r>
              <a:rPr lang="en-US" dirty="0" smtClean="0"/>
              <a:t>Q2: what is ergonomics? Mention some stress injuries caused by computers. How can we minimize these injuries</a:t>
            </a:r>
          </a:p>
          <a:p>
            <a:r>
              <a:rPr lang="en-US" dirty="0" smtClean="0"/>
              <a:t>Q3: Write a note on output devices.</a:t>
            </a:r>
          </a:p>
          <a:p>
            <a:endParaRPr lang="en-US" dirty="0"/>
          </a:p>
          <a:p>
            <a:r>
              <a:rPr lang="en-US" sz="2000" dirty="0" smtClean="0"/>
              <a:t>Submission date: 18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</a:t>
            </a:r>
            <a:r>
              <a:rPr lang="en-US" sz="2000" dirty="0" err="1" smtClean="0"/>
              <a:t>sep</a:t>
            </a:r>
            <a:r>
              <a:rPr lang="en-US" sz="2000" dirty="0" smtClean="0"/>
              <a:t>, 2014</a:t>
            </a:r>
          </a:p>
          <a:p>
            <a:r>
              <a:rPr lang="en-US" sz="2000" dirty="0" smtClean="0"/>
              <a:t>Create a word document for the assignment. Hard written assignments are not acceptable</a:t>
            </a:r>
          </a:p>
          <a:p>
            <a:r>
              <a:rPr lang="en-US" sz="2000" dirty="0" smtClean="0"/>
              <a:t>Submit at: </a:t>
            </a:r>
            <a:r>
              <a:rPr lang="en-US" sz="2000" dirty="0" smtClean="0">
                <a:hlinkClick r:id="rId2" action="ppaction://hlinkfile"/>
              </a:rPr>
              <a:t>\\192.168.13.1</a:t>
            </a:r>
            <a:r>
              <a:rPr lang="en-US" sz="2000" dirty="0" smtClean="0"/>
              <a:t> -&gt; </a:t>
            </a:r>
            <a:r>
              <a:rPr lang="en-US" sz="2000" dirty="0" err="1" smtClean="0"/>
              <a:t>Rabiya</a:t>
            </a:r>
            <a:r>
              <a:rPr lang="en-US" sz="2000" dirty="0" smtClean="0"/>
              <a:t> Rashid -&gt; computer Fundamentals- se23 -&gt; Assignment2 submission ( copy your word document and paste it by right-clicking on the submission folder) . You need to submit hard copy as well. Try to be precise and write in your own words!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7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34</TotalTime>
  <Words>405</Words>
  <Application>Microsoft Office PowerPoint</Application>
  <PresentationFormat>On-screen Show (4:3)</PresentationFormat>
  <Paragraphs>53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Civic</vt:lpstr>
      <vt:lpstr>Interacting with your Computer</vt:lpstr>
      <vt:lpstr>Input Devices</vt:lpstr>
      <vt:lpstr>Keyboards</vt:lpstr>
      <vt:lpstr>Standard Keyboard Layout</vt:lpstr>
      <vt:lpstr>Standard Keyboard Layout</vt:lpstr>
      <vt:lpstr>How Computer accepts input from Keyboard</vt:lpstr>
      <vt:lpstr>Mouse</vt:lpstr>
      <vt:lpstr>Mechanical Mouse</vt:lpstr>
      <vt:lpstr>Optical Mouse</vt:lpstr>
      <vt:lpstr>Using the mouse</vt:lpstr>
      <vt:lpstr>Variants of Mouse</vt:lpstr>
      <vt:lpstr>Ergonomics &amp; input devices</vt:lpstr>
      <vt:lpstr>Assignment#2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Interacting with your Computer</dc:title>
  <dc:creator>UZAIR</dc:creator>
  <cp:lastModifiedBy>UZAIR</cp:lastModifiedBy>
  <cp:revision>4</cp:revision>
  <dcterms:created xsi:type="dcterms:W3CDTF">2014-09-10T17:55:56Z</dcterms:created>
  <dcterms:modified xsi:type="dcterms:W3CDTF">2014-09-10T18:30:04Z</dcterms:modified>
</cp:coreProperties>
</file>