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1" r:id="rId4"/>
    <p:sldId id="258" r:id="rId5"/>
    <p:sldId id="259" r:id="rId6"/>
    <p:sldId id="265" r:id="rId7"/>
    <p:sldId id="264" r:id="rId8"/>
    <p:sldId id="266" r:id="rId9"/>
    <p:sldId id="267" r:id="rId10"/>
    <p:sldId id="26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9" autoAdjust="0"/>
    <p:restoredTop sz="81443" autoAdjust="0"/>
  </p:normalViewPr>
  <p:slideViewPr>
    <p:cSldViewPr snapToGrid="0">
      <p:cViewPr varScale="1">
        <p:scale>
          <a:sx n="76" d="100"/>
          <a:sy n="76" d="100"/>
        </p:scale>
        <p:origin x="12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798EF8-4E3D-4278-A244-0FE4724BED28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5406B3F-9AEC-4E29-91E1-FC6F46490F61}">
      <dgm:prSet phldrT="[Text]"/>
      <dgm:spPr/>
      <dgm:t>
        <a:bodyPr/>
        <a:lstStyle/>
        <a:p>
          <a:r>
            <a:rPr lang="en-US" dirty="0" smtClean="0"/>
            <a:t>Internet</a:t>
          </a:r>
          <a:endParaRPr lang="en-US" dirty="0"/>
        </a:p>
      </dgm:t>
    </dgm:pt>
    <dgm:pt modelId="{5709AA1C-9470-4FDD-A14F-4DBE004CC736}" type="parTrans" cxnId="{1DB79F2F-5060-4275-BB34-C6CC0B38CA2F}">
      <dgm:prSet/>
      <dgm:spPr/>
      <dgm:t>
        <a:bodyPr/>
        <a:lstStyle/>
        <a:p>
          <a:endParaRPr lang="en-US"/>
        </a:p>
      </dgm:t>
    </dgm:pt>
    <dgm:pt modelId="{95CDFFA6-C9B0-4A6D-B807-7DC2B4203BE7}" type="sibTrans" cxnId="{1DB79F2F-5060-4275-BB34-C6CC0B38CA2F}">
      <dgm:prSet/>
      <dgm:spPr/>
      <dgm:t>
        <a:bodyPr/>
        <a:lstStyle/>
        <a:p>
          <a:endParaRPr lang="en-US"/>
        </a:p>
      </dgm:t>
    </dgm:pt>
    <dgm:pt modelId="{228476FB-ECD6-42E3-98BB-713791CCB76C}">
      <dgm:prSet phldrT="[Text]"/>
      <dgm:spPr/>
      <dgm:t>
        <a:bodyPr/>
        <a:lstStyle/>
        <a:p>
          <a:r>
            <a:rPr lang="en-US" dirty="0" smtClean="0"/>
            <a:t>Cloud</a:t>
          </a:r>
          <a:endParaRPr lang="en-US" dirty="0"/>
        </a:p>
      </dgm:t>
    </dgm:pt>
    <dgm:pt modelId="{C4EF668D-EE04-4010-BD59-AA000B3FA890}" type="parTrans" cxnId="{8FCF88A2-AD36-47E3-B909-8FADB67A79D0}">
      <dgm:prSet/>
      <dgm:spPr/>
      <dgm:t>
        <a:bodyPr/>
        <a:lstStyle/>
        <a:p>
          <a:endParaRPr lang="en-US"/>
        </a:p>
      </dgm:t>
    </dgm:pt>
    <dgm:pt modelId="{6CFEFBFC-4863-4A25-A67B-7E8C2434324C}" type="sibTrans" cxnId="{8FCF88A2-AD36-47E3-B909-8FADB67A79D0}">
      <dgm:prSet/>
      <dgm:spPr/>
      <dgm:t>
        <a:bodyPr/>
        <a:lstStyle/>
        <a:p>
          <a:endParaRPr lang="en-US"/>
        </a:p>
      </dgm:t>
    </dgm:pt>
    <dgm:pt modelId="{420FAA3B-5845-4349-A282-34E9DE706428}">
      <dgm:prSet phldrT="[Text]"/>
      <dgm:spPr/>
      <dgm:t>
        <a:bodyPr/>
        <a:lstStyle/>
        <a:p>
          <a:r>
            <a:rPr lang="en-US" dirty="0" smtClean="0"/>
            <a:t>Protocol</a:t>
          </a:r>
          <a:endParaRPr lang="en-US" dirty="0"/>
        </a:p>
      </dgm:t>
    </dgm:pt>
    <dgm:pt modelId="{C0551399-62EA-4C8A-B431-AEA87D82061E}" type="parTrans" cxnId="{A69086D7-63F3-4654-BC63-FC096016BAC0}">
      <dgm:prSet/>
      <dgm:spPr/>
      <dgm:t>
        <a:bodyPr/>
        <a:lstStyle/>
        <a:p>
          <a:endParaRPr lang="en-US"/>
        </a:p>
      </dgm:t>
    </dgm:pt>
    <dgm:pt modelId="{78250CC3-DB62-4E5F-BDFE-B0048C5DDD86}" type="sibTrans" cxnId="{A69086D7-63F3-4654-BC63-FC096016BAC0}">
      <dgm:prSet/>
      <dgm:spPr/>
      <dgm:t>
        <a:bodyPr/>
        <a:lstStyle/>
        <a:p>
          <a:endParaRPr lang="en-US"/>
        </a:p>
      </dgm:t>
    </dgm:pt>
    <dgm:pt modelId="{2183D344-C15C-4D8C-83DE-657B2A5D728C}">
      <dgm:prSet phldrT="[Text]"/>
      <dgm:spPr/>
      <dgm:t>
        <a:bodyPr/>
        <a:lstStyle/>
        <a:p>
          <a:r>
            <a:rPr lang="en-US" dirty="0" smtClean="0"/>
            <a:t>Mobile App</a:t>
          </a:r>
          <a:endParaRPr lang="en-US" dirty="0"/>
        </a:p>
      </dgm:t>
    </dgm:pt>
    <dgm:pt modelId="{979F97E6-9C3E-4030-870D-EB3D86DC5D8A}" type="parTrans" cxnId="{0E9B34F4-62AF-4C75-B234-81B3C26E1339}">
      <dgm:prSet/>
      <dgm:spPr/>
      <dgm:t>
        <a:bodyPr/>
        <a:lstStyle/>
        <a:p>
          <a:endParaRPr lang="en-US"/>
        </a:p>
      </dgm:t>
    </dgm:pt>
    <dgm:pt modelId="{E2271DB5-B769-4D78-BA20-614532C50410}" type="sibTrans" cxnId="{0E9B34F4-62AF-4C75-B234-81B3C26E1339}">
      <dgm:prSet/>
      <dgm:spPr/>
      <dgm:t>
        <a:bodyPr/>
        <a:lstStyle/>
        <a:p>
          <a:endParaRPr lang="en-US"/>
        </a:p>
      </dgm:t>
    </dgm:pt>
    <dgm:pt modelId="{B2B103EF-477E-4F0B-9C86-1A7105BCC320}">
      <dgm:prSet phldrT="[Text]"/>
      <dgm:spPr/>
      <dgm:t>
        <a:bodyPr/>
        <a:lstStyle/>
        <a:p>
          <a:r>
            <a:rPr lang="en-US" dirty="0" smtClean="0"/>
            <a:t>Sensor</a:t>
          </a:r>
          <a:endParaRPr lang="en-US" dirty="0"/>
        </a:p>
      </dgm:t>
    </dgm:pt>
    <dgm:pt modelId="{A1D2A1BA-EED5-4928-9AA0-3F39F1D917E1}" type="parTrans" cxnId="{9166EC8B-A254-4B11-81EA-2C0E72CA6EDB}">
      <dgm:prSet/>
      <dgm:spPr/>
      <dgm:t>
        <a:bodyPr/>
        <a:lstStyle/>
        <a:p>
          <a:endParaRPr lang="en-US"/>
        </a:p>
      </dgm:t>
    </dgm:pt>
    <dgm:pt modelId="{58483DEE-EF52-4933-8734-08C86D6F684B}" type="sibTrans" cxnId="{9166EC8B-A254-4B11-81EA-2C0E72CA6EDB}">
      <dgm:prSet/>
      <dgm:spPr/>
      <dgm:t>
        <a:bodyPr/>
        <a:lstStyle/>
        <a:p>
          <a:endParaRPr lang="en-US"/>
        </a:p>
      </dgm:t>
    </dgm:pt>
    <dgm:pt modelId="{9843F1C9-7A7E-4E89-80AC-FD18551D664B}" type="pres">
      <dgm:prSet presAssocID="{5E798EF8-4E3D-4278-A244-0FE4724BED28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D9EC4A0-3A85-4B70-9957-D357C4FA67DE}" type="pres">
      <dgm:prSet presAssocID="{F5406B3F-9AEC-4E29-91E1-FC6F46490F61}" presName="centerShape" presStyleLbl="node0" presStyleIdx="0" presStyleCnt="1"/>
      <dgm:spPr/>
      <dgm:t>
        <a:bodyPr/>
        <a:lstStyle/>
        <a:p>
          <a:endParaRPr lang="en-US"/>
        </a:p>
      </dgm:t>
    </dgm:pt>
    <dgm:pt modelId="{23151006-BE8A-44CF-B7CB-51EA8AA982DD}" type="pres">
      <dgm:prSet presAssocID="{228476FB-ECD6-42E3-98BB-713791CCB76C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BCE695-A1D0-4E4B-8107-11300AFEC546}" type="pres">
      <dgm:prSet presAssocID="{228476FB-ECD6-42E3-98BB-713791CCB76C}" presName="dummy" presStyleCnt="0"/>
      <dgm:spPr/>
    </dgm:pt>
    <dgm:pt modelId="{ABA977BC-C542-4FDA-BADA-0A5C81ADD3FE}" type="pres">
      <dgm:prSet presAssocID="{6CFEFBFC-4863-4A25-A67B-7E8C2434324C}" presName="sibTrans" presStyleLbl="sibTrans2D1" presStyleIdx="0" presStyleCnt="4"/>
      <dgm:spPr/>
      <dgm:t>
        <a:bodyPr/>
        <a:lstStyle/>
        <a:p>
          <a:endParaRPr lang="en-US"/>
        </a:p>
      </dgm:t>
    </dgm:pt>
    <dgm:pt modelId="{5607416B-0860-4BD9-B047-40496BB8D182}" type="pres">
      <dgm:prSet presAssocID="{420FAA3B-5845-4349-A282-34E9DE706428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28FEFB5-4BE3-430E-B1C9-9A123B8C4E2A}" type="pres">
      <dgm:prSet presAssocID="{420FAA3B-5845-4349-A282-34E9DE706428}" presName="dummy" presStyleCnt="0"/>
      <dgm:spPr/>
    </dgm:pt>
    <dgm:pt modelId="{6C978C76-821B-48EE-A44E-4783FAF76F15}" type="pres">
      <dgm:prSet presAssocID="{78250CC3-DB62-4E5F-BDFE-B0048C5DDD86}" presName="sibTrans" presStyleLbl="sibTrans2D1" presStyleIdx="1" presStyleCnt="4"/>
      <dgm:spPr/>
      <dgm:t>
        <a:bodyPr/>
        <a:lstStyle/>
        <a:p>
          <a:endParaRPr lang="en-US"/>
        </a:p>
      </dgm:t>
    </dgm:pt>
    <dgm:pt modelId="{82C8EBE6-BD11-46F9-9515-49C3F15F4873}" type="pres">
      <dgm:prSet presAssocID="{2183D344-C15C-4D8C-83DE-657B2A5D728C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0199320-5265-454D-9204-06BA39266882}" type="pres">
      <dgm:prSet presAssocID="{2183D344-C15C-4D8C-83DE-657B2A5D728C}" presName="dummy" presStyleCnt="0"/>
      <dgm:spPr/>
    </dgm:pt>
    <dgm:pt modelId="{977A5438-D62A-4CEB-9ED3-3B8F4B2C3863}" type="pres">
      <dgm:prSet presAssocID="{E2271DB5-B769-4D78-BA20-614532C50410}" presName="sibTrans" presStyleLbl="sibTrans2D1" presStyleIdx="2" presStyleCnt="4"/>
      <dgm:spPr/>
      <dgm:t>
        <a:bodyPr/>
        <a:lstStyle/>
        <a:p>
          <a:endParaRPr lang="en-US"/>
        </a:p>
      </dgm:t>
    </dgm:pt>
    <dgm:pt modelId="{EE0886E2-B1B4-4146-96C8-1D71714AE2C1}" type="pres">
      <dgm:prSet presAssocID="{B2B103EF-477E-4F0B-9C86-1A7105BCC320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8D072C-BAE3-44C4-8304-E3ED496C878B}" type="pres">
      <dgm:prSet presAssocID="{B2B103EF-477E-4F0B-9C86-1A7105BCC320}" presName="dummy" presStyleCnt="0"/>
      <dgm:spPr/>
    </dgm:pt>
    <dgm:pt modelId="{F0629CA1-90FE-4DF6-AA7C-2CA821AF1E6F}" type="pres">
      <dgm:prSet presAssocID="{58483DEE-EF52-4933-8734-08C86D6F684B}" presName="sibTrans" presStyleLbl="sibTrans2D1" presStyleIdx="3" presStyleCnt="4"/>
      <dgm:spPr/>
      <dgm:t>
        <a:bodyPr/>
        <a:lstStyle/>
        <a:p>
          <a:endParaRPr lang="en-US"/>
        </a:p>
      </dgm:t>
    </dgm:pt>
  </dgm:ptLst>
  <dgm:cxnLst>
    <dgm:cxn modelId="{0E9B34F4-62AF-4C75-B234-81B3C26E1339}" srcId="{F5406B3F-9AEC-4E29-91E1-FC6F46490F61}" destId="{2183D344-C15C-4D8C-83DE-657B2A5D728C}" srcOrd="2" destOrd="0" parTransId="{979F97E6-9C3E-4030-870D-EB3D86DC5D8A}" sibTransId="{E2271DB5-B769-4D78-BA20-614532C50410}"/>
    <dgm:cxn modelId="{8FCF88A2-AD36-47E3-B909-8FADB67A79D0}" srcId="{F5406B3F-9AEC-4E29-91E1-FC6F46490F61}" destId="{228476FB-ECD6-42E3-98BB-713791CCB76C}" srcOrd="0" destOrd="0" parTransId="{C4EF668D-EE04-4010-BD59-AA000B3FA890}" sibTransId="{6CFEFBFC-4863-4A25-A67B-7E8C2434324C}"/>
    <dgm:cxn modelId="{9869C7FE-BEB9-4B20-B3A2-348BFE4A0C16}" type="presOf" srcId="{E2271DB5-B769-4D78-BA20-614532C50410}" destId="{977A5438-D62A-4CEB-9ED3-3B8F4B2C3863}" srcOrd="0" destOrd="0" presId="urn:microsoft.com/office/officeart/2005/8/layout/radial6"/>
    <dgm:cxn modelId="{C346924C-039E-4C64-8A68-3CDC537310AC}" type="presOf" srcId="{B2B103EF-477E-4F0B-9C86-1A7105BCC320}" destId="{EE0886E2-B1B4-4146-96C8-1D71714AE2C1}" srcOrd="0" destOrd="0" presId="urn:microsoft.com/office/officeart/2005/8/layout/radial6"/>
    <dgm:cxn modelId="{9228365F-BD72-4D4C-83CD-4584258285C2}" type="presOf" srcId="{420FAA3B-5845-4349-A282-34E9DE706428}" destId="{5607416B-0860-4BD9-B047-40496BB8D182}" srcOrd="0" destOrd="0" presId="urn:microsoft.com/office/officeart/2005/8/layout/radial6"/>
    <dgm:cxn modelId="{A69086D7-63F3-4654-BC63-FC096016BAC0}" srcId="{F5406B3F-9AEC-4E29-91E1-FC6F46490F61}" destId="{420FAA3B-5845-4349-A282-34E9DE706428}" srcOrd="1" destOrd="0" parTransId="{C0551399-62EA-4C8A-B431-AEA87D82061E}" sibTransId="{78250CC3-DB62-4E5F-BDFE-B0048C5DDD86}"/>
    <dgm:cxn modelId="{1DB79F2F-5060-4275-BB34-C6CC0B38CA2F}" srcId="{5E798EF8-4E3D-4278-A244-0FE4724BED28}" destId="{F5406B3F-9AEC-4E29-91E1-FC6F46490F61}" srcOrd="0" destOrd="0" parTransId="{5709AA1C-9470-4FDD-A14F-4DBE004CC736}" sibTransId="{95CDFFA6-C9B0-4A6D-B807-7DC2B4203BE7}"/>
    <dgm:cxn modelId="{9BEACFAE-DA0E-4B02-B03C-C5257FA7BDD3}" type="presOf" srcId="{58483DEE-EF52-4933-8734-08C86D6F684B}" destId="{F0629CA1-90FE-4DF6-AA7C-2CA821AF1E6F}" srcOrd="0" destOrd="0" presId="urn:microsoft.com/office/officeart/2005/8/layout/radial6"/>
    <dgm:cxn modelId="{0CE23584-B808-4784-ADA9-1A6A57827A0E}" type="presOf" srcId="{6CFEFBFC-4863-4A25-A67B-7E8C2434324C}" destId="{ABA977BC-C542-4FDA-BADA-0A5C81ADD3FE}" srcOrd="0" destOrd="0" presId="urn:microsoft.com/office/officeart/2005/8/layout/radial6"/>
    <dgm:cxn modelId="{7ECF3304-58F0-4C66-AEB1-808948A099A1}" type="presOf" srcId="{78250CC3-DB62-4E5F-BDFE-B0048C5DDD86}" destId="{6C978C76-821B-48EE-A44E-4783FAF76F15}" srcOrd="0" destOrd="0" presId="urn:microsoft.com/office/officeart/2005/8/layout/radial6"/>
    <dgm:cxn modelId="{E68251DA-FFA8-4DDE-B05C-E55B052AB154}" type="presOf" srcId="{2183D344-C15C-4D8C-83DE-657B2A5D728C}" destId="{82C8EBE6-BD11-46F9-9515-49C3F15F4873}" srcOrd="0" destOrd="0" presId="urn:microsoft.com/office/officeart/2005/8/layout/radial6"/>
    <dgm:cxn modelId="{A3B53DD9-64FE-4AFA-8EC7-6F8BB3F5D7B1}" type="presOf" srcId="{5E798EF8-4E3D-4278-A244-0FE4724BED28}" destId="{9843F1C9-7A7E-4E89-80AC-FD18551D664B}" srcOrd="0" destOrd="0" presId="urn:microsoft.com/office/officeart/2005/8/layout/radial6"/>
    <dgm:cxn modelId="{26ECA440-842A-4F78-A29E-0851B2FFEEB6}" type="presOf" srcId="{F5406B3F-9AEC-4E29-91E1-FC6F46490F61}" destId="{ED9EC4A0-3A85-4B70-9957-D357C4FA67DE}" srcOrd="0" destOrd="0" presId="urn:microsoft.com/office/officeart/2005/8/layout/radial6"/>
    <dgm:cxn modelId="{9166EC8B-A254-4B11-81EA-2C0E72CA6EDB}" srcId="{F5406B3F-9AEC-4E29-91E1-FC6F46490F61}" destId="{B2B103EF-477E-4F0B-9C86-1A7105BCC320}" srcOrd="3" destOrd="0" parTransId="{A1D2A1BA-EED5-4928-9AA0-3F39F1D917E1}" sibTransId="{58483DEE-EF52-4933-8734-08C86D6F684B}"/>
    <dgm:cxn modelId="{0B39212D-56A4-46E4-815D-F71E7D0A2799}" type="presOf" srcId="{228476FB-ECD6-42E3-98BB-713791CCB76C}" destId="{23151006-BE8A-44CF-B7CB-51EA8AA982DD}" srcOrd="0" destOrd="0" presId="urn:microsoft.com/office/officeart/2005/8/layout/radial6"/>
    <dgm:cxn modelId="{EC0EA7E2-A2FE-4B9E-84B4-995A412974E5}" type="presParOf" srcId="{9843F1C9-7A7E-4E89-80AC-FD18551D664B}" destId="{ED9EC4A0-3A85-4B70-9957-D357C4FA67DE}" srcOrd="0" destOrd="0" presId="urn:microsoft.com/office/officeart/2005/8/layout/radial6"/>
    <dgm:cxn modelId="{0ADCBFD2-877A-47A8-A271-85672FFCA36A}" type="presParOf" srcId="{9843F1C9-7A7E-4E89-80AC-FD18551D664B}" destId="{23151006-BE8A-44CF-B7CB-51EA8AA982DD}" srcOrd="1" destOrd="0" presId="urn:microsoft.com/office/officeart/2005/8/layout/radial6"/>
    <dgm:cxn modelId="{95D350CF-3E95-4D6A-9DA5-B1D32BE09929}" type="presParOf" srcId="{9843F1C9-7A7E-4E89-80AC-FD18551D664B}" destId="{97BCE695-A1D0-4E4B-8107-11300AFEC546}" srcOrd="2" destOrd="0" presId="urn:microsoft.com/office/officeart/2005/8/layout/radial6"/>
    <dgm:cxn modelId="{4B844FFD-1F03-44AC-B95B-C2DBD8E8A480}" type="presParOf" srcId="{9843F1C9-7A7E-4E89-80AC-FD18551D664B}" destId="{ABA977BC-C542-4FDA-BADA-0A5C81ADD3FE}" srcOrd="3" destOrd="0" presId="urn:microsoft.com/office/officeart/2005/8/layout/radial6"/>
    <dgm:cxn modelId="{7CB85FE9-390D-4F4D-A01A-EC2CB479BFAD}" type="presParOf" srcId="{9843F1C9-7A7E-4E89-80AC-FD18551D664B}" destId="{5607416B-0860-4BD9-B047-40496BB8D182}" srcOrd="4" destOrd="0" presId="urn:microsoft.com/office/officeart/2005/8/layout/radial6"/>
    <dgm:cxn modelId="{E99D12C5-568A-463C-836B-B7DB8FAC696B}" type="presParOf" srcId="{9843F1C9-7A7E-4E89-80AC-FD18551D664B}" destId="{B28FEFB5-4BE3-430E-B1C9-9A123B8C4E2A}" srcOrd="5" destOrd="0" presId="urn:microsoft.com/office/officeart/2005/8/layout/radial6"/>
    <dgm:cxn modelId="{62D48D23-6BEA-4A5C-B5A5-ABC39C2D2A9F}" type="presParOf" srcId="{9843F1C9-7A7E-4E89-80AC-FD18551D664B}" destId="{6C978C76-821B-48EE-A44E-4783FAF76F15}" srcOrd="6" destOrd="0" presId="urn:microsoft.com/office/officeart/2005/8/layout/radial6"/>
    <dgm:cxn modelId="{CA257137-CA43-4426-BD67-FFFA7960B35A}" type="presParOf" srcId="{9843F1C9-7A7E-4E89-80AC-FD18551D664B}" destId="{82C8EBE6-BD11-46F9-9515-49C3F15F4873}" srcOrd="7" destOrd="0" presId="urn:microsoft.com/office/officeart/2005/8/layout/radial6"/>
    <dgm:cxn modelId="{F8DE2AA9-E2DD-4E74-A421-71796BCBA628}" type="presParOf" srcId="{9843F1C9-7A7E-4E89-80AC-FD18551D664B}" destId="{60199320-5265-454D-9204-06BA39266882}" srcOrd="8" destOrd="0" presId="urn:microsoft.com/office/officeart/2005/8/layout/radial6"/>
    <dgm:cxn modelId="{25871C71-8332-414A-9730-9B7FB03D0DD4}" type="presParOf" srcId="{9843F1C9-7A7E-4E89-80AC-FD18551D664B}" destId="{977A5438-D62A-4CEB-9ED3-3B8F4B2C3863}" srcOrd="9" destOrd="0" presId="urn:microsoft.com/office/officeart/2005/8/layout/radial6"/>
    <dgm:cxn modelId="{0B916122-0DD7-478C-A938-4BE28665048D}" type="presParOf" srcId="{9843F1C9-7A7E-4E89-80AC-FD18551D664B}" destId="{EE0886E2-B1B4-4146-96C8-1D71714AE2C1}" srcOrd="10" destOrd="0" presId="urn:microsoft.com/office/officeart/2005/8/layout/radial6"/>
    <dgm:cxn modelId="{A1824640-86A4-4937-94CF-4137E3665BB6}" type="presParOf" srcId="{9843F1C9-7A7E-4E89-80AC-FD18551D664B}" destId="{D38D072C-BAE3-44C4-8304-E3ED496C878B}" srcOrd="11" destOrd="0" presId="urn:microsoft.com/office/officeart/2005/8/layout/radial6"/>
    <dgm:cxn modelId="{C3B07161-8117-4820-8B84-DFF0F9340F52}" type="presParOf" srcId="{9843F1C9-7A7E-4E89-80AC-FD18551D664B}" destId="{F0629CA1-90FE-4DF6-AA7C-2CA821AF1E6F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9C55C18-9F67-4488-A10B-06FE8DB1F515}" type="doc">
      <dgm:prSet loTypeId="urn:microsoft.com/office/officeart/2008/layout/HexagonCluster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0874B8B-8633-47BB-B1B9-AB70813EE6A8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dirty="0" smtClean="0"/>
            <a:t>Internet</a:t>
          </a:r>
          <a:endParaRPr lang="en-US" dirty="0"/>
        </a:p>
      </dgm:t>
    </dgm:pt>
    <dgm:pt modelId="{0CF43D0C-4A01-4CED-B264-EA88169FC1F5}" type="parTrans" cxnId="{E459CA44-9B65-41AB-826E-50F495994359}">
      <dgm:prSet/>
      <dgm:spPr/>
      <dgm:t>
        <a:bodyPr/>
        <a:lstStyle/>
        <a:p>
          <a:endParaRPr lang="en-US"/>
        </a:p>
      </dgm:t>
    </dgm:pt>
    <dgm:pt modelId="{C7B0A9D2-7A6D-4DA7-A35D-3B14015D3054}" type="sibTrans" cxnId="{E459CA44-9B65-41AB-826E-50F495994359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</dgm:spPr>
      <dgm:t>
        <a:bodyPr/>
        <a:lstStyle/>
        <a:p>
          <a:endParaRPr lang="en-US"/>
        </a:p>
      </dgm:t>
    </dgm:pt>
    <dgm:pt modelId="{AF2F1B81-0C32-476E-9357-B370C89417D3}">
      <dgm:prSet phldrT="[Text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dirty="0" smtClean="0"/>
            <a:t>Hardware</a:t>
          </a:r>
          <a:endParaRPr lang="en-US" dirty="0"/>
        </a:p>
      </dgm:t>
    </dgm:pt>
    <dgm:pt modelId="{54E2DB93-824E-40FE-AF6F-CF812CDD1756}" type="parTrans" cxnId="{0EA6F7B2-3747-4C17-A7BB-CB6928EEBCD3}">
      <dgm:prSet/>
      <dgm:spPr/>
      <dgm:t>
        <a:bodyPr/>
        <a:lstStyle/>
        <a:p>
          <a:endParaRPr lang="en-US"/>
        </a:p>
      </dgm:t>
    </dgm:pt>
    <dgm:pt modelId="{8BE96C5A-4991-45CB-A715-EA34FB873D0F}" type="sibTrans" cxnId="{0EA6F7B2-3747-4C17-A7BB-CB6928EEBCD3}">
      <dgm:prSet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</dgm:spPr>
      <dgm:t>
        <a:bodyPr/>
        <a:lstStyle/>
        <a:p>
          <a:endParaRPr lang="en-US"/>
        </a:p>
      </dgm:t>
    </dgm:pt>
    <dgm:pt modelId="{6BC452E2-F6AF-484E-8A6A-AC00E98DB183}">
      <dgm:prSet phldrT="[Text]"/>
      <dgm:spPr>
        <a:ln>
          <a:solidFill>
            <a:srgbClr val="00B0F0"/>
          </a:solidFill>
        </a:ln>
      </dgm:spPr>
      <dgm:t>
        <a:bodyPr/>
        <a:lstStyle/>
        <a:p>
          <a:r>
            <a:rPr lang="en-US" dirty="0" smtClean="0"/>
            <a:t>Mobile</a:t>
          </a:r>
          <a:endParaRPr lang="en-US" dirty="0"/>
        </a:p>
      </dgm:t>
    </dgm:pt>
    <dgm:pt modelId="{9212EC10-7FAA-4221-AC1A-FDC70798D9CB}" type="parTrans" cxnId="{E58C360A-F0EC-4E18-AF73-4CA919982057}">
      <dgm:prSet/>
      <dgm:spPr/>
      <dgm:t>
        <a:bodyPr/>
        <a:lstStyle/>
        <a:p>
          <a:endParaRPr lang="en-US"/>
        </a:p>
      </dgm:t>
    </dgm:pt>
    <dgm:pt modelId="{4B6B4581-1F4C-43B0-8AB2-022353FC336B}" type="sibTrans" cxnId="{E58C360A-F0EC-4E18-AF73-4CA919982057}">
      <dgm:prSet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</dgm:spPr>
      <dgm:t>
        <a:bodyPr/>
        <a:lstStyle/>
        <a:p>
          <a:endParaRPr lang="en-US"/>
        </a:p>
      </dgm:t>
    </dgm:pt>
    <dgm:pt modelId="{88B0F17C-99F7-4C7E-A6B5-E066F127D4E0}" type="pres">
      <dgm:prSet presAssocID="{59C55C18-9F67-4488-A10B-06FE8DB1F515}" presName="Name0" presStyleCnt="0">
        <dgm:presLayoutVars>
          <dgm:chMax val="21"/>
          <dgm:chPref val="21"/>
        </dgm:presLayoutVars>
      </dgm:prSet>
      <dgm:spPr/>
      <dgm:t>
        <a:bodyPr/>
        <a:lstStyle/>
        <a:p>
          <a:endParaRPr lang="en-US"/>
        </a:p>
      </dgm:t>
    </dgm:pt>
    <dgm:pt modelId="{1D585C41-78B2-4D15-AD45-1C70CA1D8A09}" type="pres">
      <dgm:prSet presAssocID="{40874B8B-8633-47BB-B1B9-AB70813EE6A8}" presName="text1" presStyleCnt="0"/>
      <dgm:spPr/>
    </dgm:pt>
    <dgm:pt modelId="{47BD7C8C-14ED-47A9-8D6E-307B890096F6}" type="pres">
      <dgm:prSet presAssocID="{40874B8B-8633-47BB-B1B9-AB70813EE6A8}" presName="textRepeatNode" presStyleLbl="align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21C90D6-D45F-4DB0-9532-FF41B4D46F5D}" type="pres">
      <dgm:prSet presAssocID="{40874B8B-8633-47BB-B1B9-AB70813EE6A8}" presName="textaccent1" presStyleCnt="0"/>
      <dgm:spPr/>
    </dgm:pt>
    <dgm:pt modelId="{1ACE0189-9090-4BED-80E5-819FFEBA794D}" type="pres">
      <dgm:prSet presAssocID="{40874B8B-8633-47BB-B1B9-AB70813EE6A8}" presName="accentRepeatNode" presStyleLbl="solidAlignAcc1" presStyleIdx="0" presStyleCnt="6"/>
      <dgm:spPr/>
    </dgm:pt>
    <dgm:pt modelId="{D1FA45C8-6E0A-4E63-A461-B30C48D92846}" type="pres">
      <dgm:prSet presAssocID="{C7B0A9D2-7A6D-4DA7-A35D-3B14015D3054}" presName="image1" presStyleCnt="0"/>
      <dgm:spPr/>
    </dgm:pt>
    <dgm:pt modelId="{FF2C3513-DC0F-4870-AD1F-9AAC2E450D54}" type="pres">
      <dgm:prSet presAssocID="{C7B0A9D2-7A6D-4DA7-A35D-3B14015D3054}" presName="imageRepeatNode" presStyleLbl="alignAcc1" presStyleIdx="0" presStyleCnt="3"/>
      <dgm:spPr/>
      <dgm:t>
        <a:bodyPr/>
        <a:lstStyle/>
        <a:p>
          <a:endParaRPr lang="en-US"/>
        </a:p>
      </dgm:t>
    </dgm:pt>
    <dgm:pt modelId="{779176D3-CC67-44B9-AE8E-F40E417E5CBB}" type="pres">
      <dgm:prSet presAssocID="{C7B0A9D2-7A6D-4DA7-A35D-3B14015D3054}" presName="imageaccent1" presStyleCnt="0"/>
      <dgm:spPr/>
    </dgm:pt>
    <dgm:pt modelId="{F3B6E45D-6F7A-423C-8ADA-1BFC56B5B4DD}" type="pres">
      <dgm:prSet presAssocID="{C7B0A9D2-7A6D-4DA7-A35D-3B14015D3054}" presName="accentRepeatNode" presStyleLbl="solidAlignAcc1" presStyleIdx="1" presStyleCnt="6"/>
      <dgm:spPr/>
    </dgm:pt>
    <dgm:pt modelId="{820FDEE0-2674-4287-AFCA-485F6825BE76}" type="pres">
      <dgm:prSet presAssocID="{AF2F1B81-0C32-476E-9357-B370C89417D3}" presName="text2" presStyleCnt="0"/>
      <dgm:spPr/>
    </dgm:pt>
    <dgm:pt modelId="{F541088D-9F47-476F-B7BE-C1F0E32FBAB3}" type="pres">
      <dgm:prSet presAssocID="{AF2F1B81-0C32-476E-9357-B370C89417D3}" presName="textRepeatNode" presStyleLbl="align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E0DDDD1-5A71-4A4D-A498-5792A2D038DD}" type="pres">
      <dgm:prSet presAssocID="{AF2F1B81-0C32-476E-9357-B370C89417D3}" presName="textaccent2" presStyleCnt="0"/>
      <dgm:spPr/>
    </dgm:pt>
    <dgm:pt modelId="{26771E20-0371-4209-AAF3-E6EA4CE40B76}" type="pres">
      <dgm:prSet presAssocID="{AF2F1B81-0C32-476E-9357-B370C89417D3}" presName="accentRepeatNode" presStyleLbl="solidAlignAcc1" presStyleIdx="2" presStyleCnt="6"/>
      <dgm:spPr/>
    </dgm:pt>
    <dgm:pt modelId="{54D10BAA-ED66-41B7-884D-D0D2748B4D81}" type="pres">
      <dgm:prSet presAssocID="{8BE96C5A-4991-45CB-A715-EA34FB873D0F}" presName="image2" presStyleCnt="0"/>
      <dgm:spPr/>
    </dgm:pt>
    <dgm:pt modelId="{EC952451-60D1-47A9-AD0C-340A3A39EA31}" type="pres">
      <dgm:prSet presAssocID="{8BE96C5A-4991-45CB-A715-EA34FB873D0F}" presName="imageRepeatNode" presStyleLbl="alignAcc1" presStyleIdx="1" presStyleCnt="3"/>
      <dgm:spPr/>
      <dgm:t>
        <a:bodyPr/>
        <a:lstStyle/>
        <a:p>
          <a:endParaRPr lang="en-US"/>
        </a:p>
      </dgm:t>
    </dgm:pt>
    <dgm:pt modelId="{B695FEDA-86CB-4BD2-A847-E455FBB69ECE}" type="pres">
      <dgm:prSet presAssocID="{8BE96C5A-4991-45CB-A715-EA34FB873D0F}" presName="imageaccent2" presStyleCnt="0"/>
      <dgm:spPr/>
    </dgm:pt>
    <dgm:pt modelId="{5418F000-58ED-473F-9FC8-845F0EE92F42}" type="pres">
      <dgm:prSet presAssocID="{8BE96C5A-4991-45CB-A715-EA34FB873D0F}" presName="accentRepeatNode" presStyleLbl="solidAlignAcc1" presStyleIdx="3" presStyleCnt="6"/>
      <dgm:spPr/>
    </dgm:pt>
    <dgm:pt modelId="{985236A1-67AB-46D4-A0C7-2410DB4AD17B}" type="pres">
      <dgm:prSet presAssocID="{6BC452E2-F6AF-484E-8A6A-AC00E98DB183}" presName="text3" presStyleCnt="0"/>
      <dgm:spPr/>
    </dgm:pt>
    <dgm:pt modelId="{7E9DC608-3F27-44EF-BC25-1E18B3E385BD}" type="pres">
      <dgm:prSet presAssocID="{6BC452E2-F6AF-484E-8A6A-AC00E98DB183}" presName="textRepeatNode" presStyleLbl="align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A9B088F-AA6C-4A9D-AE00-7CBDDFA80DAD}" type="pres">
      <dgm:prSet presAssocID="{6BC452E2-F6AF-484E-8A6A-AC00E98DB183}" presName="textaccent3" presStyleCnt="0"/>
      <dgm:spPr/>
    </dgm:pt>
    <dgm:pt modelId="{F0A2BB9D-7B04-44AD-B4B3-9CC7E1000B84}" type="pres">
      <dgm:prSet presAssocID="{6BC452E2-F6AF-484E-8A6A-AC00E98DB183}" presName="accentRepeatNode" presStyleLbl="solidAlignAcc1" presStyleIdx="4" presStyleCnt="6"/>
      <dgm:spPr/>
    </dgm:pt>
    <dgm:pt modelId="{457E1852-C461-421F-9B0D-D0F1363681F5}" type="pres">
      <dgm:prSet presAssocID="{4B6B4581-1F4C-43B0-8AB2-022353FC336B}" presName="image3" presStyleCnt="0"/>
      <dgm:spPr/>
    </dgm:pt>
    <dgm:pt modelId="{11916EAB-85FD-4F90-84F9-3D29DBC47404}" type="pres">
      <dgm:prSet presAssocID="{4B6B4581-1F4C-43B0-8AB2-022353FC336B}" presName="imageRepeatNode" presStyleLbl="alignAcc1" presStyleIdx="2" presStyleCnt="3"/>
      <dgm:spPr/>
      <dgm:t>
        <a:bodyPr/>
        <a:lstStyle/>
        <a:p>
          <a:endParaRPr lang="en-US"/>
        </a:p>
      </dgm:t>
    </dgm:pt>
    <dgm:pt modelId="{F51686B2-9900-4FDA-A9EC-BDC104C0E87E}" type="pres">
      <dgm:prSet presAssocID="{4B6B4581-1F4C-43B0-8AB2-022353FC336B}" presName="imageaccent3" presStyleCnt="0"/>
      <dgm:spPr/>
    </dgm:pt>
    <dgm:pt modelId="{CCF7B091-A40A-4C2A-A537-46CB3EA311D7}" type="pres">
      <dgm:prSet presAssocID="{4B6B4581-1F4C-43B0-8AB2-022353FC336B}" presName="accentRepeatNode" presStyleLbl="solidAlignAcc1" presStyleIdx="5" presStyleCnt="6"/>
      <dgm:spPr/>
    </dgm:pt>
  </dgm:ptLst>
  <dgm:cxnLst>
    <dgm:cxn modelId="{03F95934-CB0F-4F17-9019-1473EF78FA2B}" type="presOf" srcId="{40874B8B-8633-47BB-B1B9-AB70813EE6A8}" destId="{47BD7C8C-14ED-47A9-8D6E-307B890096F6}" srcOrd="0" destOrd="0" presId="urn:microsoft.com/office/officeart/2008/layout/HexagonCluster"/>
    <dgm:cxn modelId="{E58C360A-F0EC-4E18-AF73-4CA919982057}" srcId="{59C55C18-9F67-4488-A10B-06FE8DB1F515}" destId="{6BC452E2-F6AF-484E-8A6A-AC00E98DB183}" srcOrd="2" destOrd="0" parTransId="{9212EC10-7FAA-4221-AC1A-FDC70798D9CB}" sibTransId="{4B6B4581-1F4C-43B0-8AB2-022353FC336B}"/>
    <dgm:cxn modelId="{E0744914-F300-4686-9A87-EEAE7687176D}" type="presOf" srcId="{AF2F1B81-0C32-476E-9357-B370C89417D3}" destId="{F541088D-9F47-476F-B7BE-C1F0E32FBAB3}" srcOrd="0" destOrd="0" presId="urn:microsoft.com/office/officeart/2008/layout/HexagonCluster"/>
    <dgm:cxn modelId="{A7C15170-CE09-4F8E-B935-152709DF5299}" type="presOf" srcId="{4B6B4581-1F4C-43B0-8AB2-022353FC336B}" destId="{11916EAB-85FD-4F90-84F9-3D29DBC47404}" srcOrd="0" destOrd="0" presId="urn:microsoft.com/office/officeart/2008/layout/HexagonCluster"/>
    <dgm:cxn modelId="{8E83BFC8-915A-444B-8CD6-71E758026270}" type="presOf" srcId="{8BE96C5A-4991-45CB-A715-EA34FB873D0F}" destId="{EC952451-60D1-47A9-AD0C-340A3A39EA31}" srcOrd="0" destOrd="0" presId="urn:microsoft.com/office/officeart/2008/layout/HexagonCluster"/>
    <dgm:cxn modelId="{7BD25812-7DD1-4317-85EC-093A93D625B3}" type="presOf" srcId="{6BC452E2-F6AF-484E-8A6A-AC00E98DB183}" destId="{7E9DC608-3F27-44EF-BC25-1E18B3E385BD}" srcOrd="0" destOrd="0" presId="urn:microsoft.com/office/officeart/2008/layout/HexagonCluster"/>
    <dgm:cxn modelId="{0EA6F7B2-3747-4C17-A7BB-CB6928EEBCD3}" srcId="{59C55C18-9F67-4488-A10B-06FE8DB1F515}" destId="{AF2F1B81-0C32-476E-9357-B370C89417D3}" srcOrd="1" destOrd="0" parTransId="{54E2DB93-824E-40FE-AF6F-CF812CDD1756}" sibTransId="{8BE96C5A-4991-45CB-A715-EA34FB873D0F}"/>
    <dgm:cxn modelId="{6AD573F4-DBC4-43F6-8B17-EA93CFD56695}" type="presOf" srcId="{C7B0A9D2-7A6D-4DA7-A35D-3B14015D3054}" destId="{FF2C3513-DC0F-4870-AD1F-9AAC2E450D54}" srcOrd="0" destOrd="0" presId="urn:microsoft.com/office/officeart/2008/layout/HexagonCluster"/>
    <dgm:cxn modelId="{0388D015-2D10-44CE-91A9-7045F03E5487}" type="presOf" srcId="{59C55C18-9F67-4488-A10B-06FE8DB1F515}" destId="{88B0F17C-99F7-4C7E-A6B5-E066F127D4E0}" srcOrd="0" destOrd="0" presId="urn:microsoft.com/office/officeart/2008/layout/HexagonCluster"/>
    <dgm:cxn modelId="{E459CA44-9B65-41AB-826E-50F495994359}" srcId="{59C55C18-9F67-4488-A10B-06FE8DB1F515}" destId="{40874B8B-8633-47BB-B1B9-AB70813EE6A8}" srcOrd="0" destOrd="0" parTransId="{0CF43D0C-4A01-4CED-B264-EA88169FC1F5}" sibTransId="{C7B0A9D2-7A6D-4DA7-A35D-3B14015D3054}"/>
    <dgm:cxn modelId="{83ADA14D-0640-4630-8F98-C2087B43E0E7}" type="presParOf" srcId="{88B0F17C-99F7-4C7E-A6B5-E066F127D4E0}" destId="{1D585C41-78B2-4D15-AD45-1C70CA1D8A09}" srcOrd="0" destOrd="0" presId="urn:microsoft.com/office/officeart/2008/layout/HexagonCluster"/>
    <dgm:cxn modelId="{29BED3F8-60EB-4AF9-B95A-713A9391DEBD}" type="presParOf" srcId="{1D585C41-78B2-4D15-AD45-1C70CA1D8A09}" destId="{47BD7C8C-14ED-47A9-8D6E-307B890096F6}" srcOrd="0" destOrd="0" presId="urn:microsoft.com/office/officeart/2008/layout/HexagonCluster"/>
    <dgm:cxn modelId="{4E87E95D-E786-4351-8104-51E126A2BE55}" type="presParOf" srcId="{88B0F17C-99F7-4C7E-A6B5-E066F127D4E0}" destId="{221C90D6-D45F-4DB0-9532-FF41B4D46F5D}" srcOrd="1" destOrd="0" presId="urn:microsoft.com/office/officeart/2008/layout/HexagonCluster"/>
    <dgm:cxn modelId="{E1F47497-0EB7-4C41-A44B-6FCA4B9605D8}" type="presParOf" srcId="{221C90D6-D45F-4DB0-9532-FF41B4D46F5D}" destId="{1ACE0189-9090-4BED-80E5-819FFEBA794D}" srcOrd="0" destOrd="0" presId="urn:microsoft.com/office/officeart/2008/layout/HexagonCluster"/>
    <dgm:cxn modelId="{EEC99C54-411B-44C1-853B-DC8D17B754C1}" type="presParOf" srcId="{88B0F17C-99F7-4C7E-A6B5-E066F127D4E0}" destId="{D1FA45C8-6E0A-4E63-A461-B30C48D92846}" srcOrd="2" destOrd="0" presId="urn:microsoft.com/office/officeart/2008/layout/HexagonCluster"/>
    <dgm:cxn modelId="{B3B73C35-854A-43FF-B98A-E3D638C81919}" type="presParOf" srcId="{D1FA45C8-6E0A-4E63-A461-B30C48D92846}" destId="{FF2C3513-DC0F-4870-AD1F-9AAC2E450D54}" srcOrd="0" destOrd="0" presId="urn:microsoft.com/office/officeart/2008/layout/HexagonCluster"/>
    <dgm:cxn modelId="{BEEA2C81-4B37-4293-BDC7-CF78C326262C}" type="presParOf" srcId="{88B0F17C-99F7-4C7E-A6B5-E066F127D4E0}" destId="{779176D3-CC67-44B9-AE8E-F40E417E5CBB}" srcOrd="3" destOrd="0" presId="urn:microsoft.com/office/officeart/2008/layout/HexagonCluster"/>
    <dgm:cxn modelId="{38FED853-2D87-492F-A259-914F65A39508}" type="presParOf" srcId="{779176D3-CC67-44B9-AE8E-F40E417E5CBB}" destId="{F3B6E45D-6F7A-423C-8ADA-1BFC56B5B4DD}" srcOrd="0" destOrd="0" presId="urn:microsoft.com/office/officeart/2008/layout/HexagonCluster"/>
    <dgm:cxn modelId="{AACE04FF-7BD0-435C-A6A8-D5FF87DB0078}" type="presParOf" srcId="{88B0F17C-99F7-4C7E-A6B5-E066F127D4E0}" destId="{820FDEE0-2674-4287-AFCA-485F6825BE76}" srcOrd="4" destOrd="0" presId="urn:microsoft.com/office/officeart/2008/layout/HexagonCluster"/>
    <dgm:cxn modelId="{59D32334-5538-4428-8945-C849B17DBCBD}" type="presParOf" srcId="{820FDEE0-2674-4287-AFCA-485F6825BE76}" destId="{F541088D-9F47-476F-B7BE-C1F0E32FBAB3}" srcOrd="0" destOrd="0" presId="urn:microsoft.com/office/officeart/2008/layout/HexagonCluster"/>
    <dgm:cxn modelId="{ADC71D1E-2DC6-4B62-BF3D-20A06E9F0341}" type="presParOf" srcId="{88B0F17C-99F7-4C7E-A6B5-E066F127D4E0}" destId="{FE0DDDD1-5A71-4A4D-A498-5792A2D038DD}" srcOrd="5" destOrd="0" presId="urn:microsoft.com/office/officeart/2008/layout/HexagonCluster"/>
    <dgm:cxn modelId="{7E4E6FD5-074C-418C-A162-831A38AB117D}" type="presParOf" srcId="{FE0DDDD1-5A71-4A4D-A498-5792A2D038DD}" destId="{26771E20-0371-4209-AAF3-E6EA4CE40B76}" srcOrd="0" destOrd="0" presId="urn:microsoft.com/office/officeart/2008/layout/HexagonCluster"/>
    <dgm:cxn modelId="{81A568F7-9DAF-4D11-B082-EC98348C24D1}" type="presParOf" srcId="{88B0F17C-99F7-4C7E-A6B5-E066F127D4E0}" destId="{54D10BAA-ED66-41B7-884D-D0D2748B4D81}" srcOrd="6" destOrd="0" presId="urn:microsoft.com/office/officeart/2008/layout/HexagonCluster"/>
    <dgm:cxn modelId="{16C5005E-0D64-4FCC-8BBC-683FE0C4BA8B}" type="presParOf" srcId="{54D10BAA-ED66-41B7-884D-D0D2748B4D81}" destId="{EC952451-60D1-47A9-AD0C-340A3A39EA31}" srcOrd="0" destOrd="0" presId="urn:microsoft.com/office/officeart/2008/layout/HexagonCluster"/>
    <dgm:cxn modelId="{90C4CCE7-8C0D-4600-9409-EBEC30D0370E}" type="presParOf" srcId="{88B0F17C-99F7-4C7E-A6B5-E066F127D4E0}" destId="{B695FEDA-86CB-4BD2-A847-E455FBB69ECE}" srcOrd="7" destOrd="0" presId="urn:microsoft.com/office/officeart/2008/layout/HexagonCluster"/>
    <dgm:cxn modelId="{65E22F50-51B2-4BC1-8FB4-B4589E7E426B}" type="presParOf" srcId="{B695FEDA-86CB-4BD2-A847-E455FBB69ECE}" destId="{5418F000-58ED-473F-9FC8-845F0EE92F42}" srcOrd="0" destOrd="0" presId="urn:microsoft.com/office/officeart/2008/layout/HexagonCluster"/>
    <dgm:cxn modelId="{859BDCBF-B6B7-4572-A4EC-F2A8209F6C90}" type="presParOf" srcId="{88B0F17C-99F7-4C7E-A6B5-E066F127D4E0}" destId="{985236A1-67AB-46D4-A0C7-2410DB4AD17B}" srcOrd="8" destOrd="0" presId="urn:microsoft.com/office/officeart/2008/layout/HexagonCluster"/>
    <dgm:cxn modelId="{DD978D7F-C1DF-4C6D-8DD4-32BDC099CA4E}" type="presParOf" srcId="{985236A1-67AB-46D4-A0C7-2410DB4AD17B}" destId="{7E9DC608-3F27-44EF-BC25-1E18B3E385BD}" srcOrd="0" destOrd="0" presId="urn:microsoft.com/office/officeart/2008/layout/HexagonCluster"/>
    <dgm:cxn modelId="{7C629ED6-85D0-4E0C-833A-2154E031BD6B}" type="presParOf" srcId="{88B0F17C-99F7-4C7E-A6B5-E066F127D4E0}" destId="{5A9B088F-AA6C-4A9D-AE00-7CBDDFA80DAD}" srcOrd="9" destOrd="0" presId="urn:microsoft.com/office/officeart/2008/layout/HexagonCluster"/>
    <dgm:cxn modelId="{534A533E-F609-47A5-951C-DCF333B9C05E}" type="presParOf" srcId="{5A9B088F-AA6C-4A9D-AE00-7CBDDFA80DAD}" destId="{F0A2BB9D-7B04-44AD-B4B3-9CC7E1000B84}" srcOrd="0" destOrd="0" presId="urn:microsoft.com/office/officeart/2008/layout/HexagonCluster"/>
    <dgm:cxn modelId="{24D5AF43-9582-47CF-8B95-C3989798B080}" type="presParOf" srcId="{88B0F17C-99F7-4C7E-A6B5-E066F127D4E0}" destId="{457E1852-C461-421F-9B0D-D0F1363681F5}" srcOrd="10" destOrd="0" presId="urn:microsoft.com/office/officeart/2008/layout/HexagonCluster"/>
    <dgm:cxn modelId="{6F591B65-1C92-48C8-84F2-285FE126D6FE}" type="presParOf" srcId="{457E1852-C461-421F-9B0D-D0F1363681F5}" destId="{11916EAB-85FD-4F90-84F9-3D29DBC47404}" srcOrd="0" destOrd="0" presId="urn:microsoft.com/office/officeart/2008/layout/HexagonCluster"/>
    <dgm:cxn modelId="{B978612F-D388-4138-8EE9-4CDA5A49C515}" type="presParOf" srcId="{88B0F17C-99F7-4C7E-A6B5-E066F127D4E0}" destId="{F51686B2-9900-4FDA-A9EC-BDC104C0E87E}" srcOrd="11" destOrd="0" presId="urn:microsoft.com/office/officeart/2008/layout/HexagonCluster"/>
    <dgm:cxn modelId="{DDC379F6-8218-448A-AE46-7931212D33C0}" type="presParOf" srcId="{F51686B2-9900-4FDA-A9EC-BDC104C0E87E}" destId="{CCF7B091-A40A-4C2A-A537-46CB3EA311D7}" srcOrd="0" destOrd="0" presId="urn:microsoft.com/office/officeart/2008/layout/Hexagon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629CA1-90FE-4DF6-AA7C-2CA821AF1E6F}">
      <dsp:nvSpPr>
        <dsp:cNvPr id="0" name=""/>
        <dsp:cNvSpPr/>
      </dsp:nvSpPr>
      <dsp:spPr>
        <a:xfrm>
          <a:off x="3580507" y="570607"/>
          <a:ext cx="3811785" cy="3811785"/>
        </a:xfrm>
        <a:prstGeom prst="blockArc">
          <a:avLst>
            <a:gd name="adj1" fmla="val 10800000"/>
            <a:gd name="adj2" fmla="val 16200000"/>
            <a:gd name="adj3" fmla="val 463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7A5438-D62A-4CEB-9ED3-3B8F4B2C3863}">
      <dsp:nvSpPr>
        <dsp:cNvPr id="0" name=""/>
        <dsp:cNvSpPr/>
      </dsp:nvSpPr>
      <dsp:spPr>
        <a:xfrm>
          <a:off x="3580507" y="570607"/>
          <a:ext cx="3811785" cy="3811785"/>
        </a:xfrm>
        <a:prstGeom prst="blockArc">
          <a:avLst>
            <a:gd name="adj1" fmla="val 5400000"/>
            <a:gd name="adj2" fmla="val 10800000"/>
            <a:gd name="adj3" fmla="val 463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978C76-821B-48EE-A44E-4783FAF76F15}">
      <dsp:nvSpPr>
        <dsp:cNvPr id="0" name=""/>
        <dsp:cNvSpPr/>
      </dsp:nvSpPr>
      <dsp:spPr>
        <a:xfrm>
          <a:off x="3580507" y="570607"/>
          <a:ext cx="3811785" cy="3811785"/>
        </a:xfrm>
        <a:prstGeom prst="blockArc">
          <a:avLst>
            <a:gd name="adj1" fmla="val 0"/>
            <a:gd name="adj2" fmla="val 5400000"/>
            <a:gd name="adj3" fmla="val 463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A977BC-C542-4FDA-BADA-0A5C81ADD3FE}">
      <dsp:nvSpPr>
        <dsp:cNvPr id="0" name=""/>
        <dsp:cNvSpPr/>
      </dsp:nvSpPr>
      <dsp:spPr>
        <a:xfrm>
          <a:off x="3580507" y="570607"/>
          <a:ext cx="3811785" cy="3811785"/>
        </a:xfrm>
        <a:prstGeom prst="blockArc">
          <a:avLst>
            <a:gd name="adj1" fmla="val 16200000"/>
            <a:gd name="adj2" fmla="val 0"/>
            <a:gd name="adj3" fmla="val 463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9EC4A0-3A85-4B70-9957-D357C4FA67DE}">
      <dsp:nvSpPr>
        <dsp:cNvPr id="0" name=""/>
        <dsp:cNvSpPr/>
      </dsp:nvSpPr>
      <dsp:spPr>
        <a:xfrm>
          <a:off x="4610397" y="1600497"/>
          <a:ext cx="1752004" cy="175200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Internet</a:t>
          </a:r>
          <a:endParaRPr lang="en-US" sz="2700" kern="1200" dirty="0"/>
        </a:p>
      </dsp:txBody>
      <dsp:txXfrm>
        <a:off x="4866972" y="1857072"/>
        <a:ext cx="1238854" cy="1238854"/>
      </dsp:txXfrm>
    </dsp:sp>
    <dsp:sp modelId="{23151006-BE8A-44CF-B7CB-51EA8AA982DD}">
      <dsp:nvSpPr>
        <dsp:cNvPr id="0" name=""/>
        <dsp:cNvSpPr/>
      </dsp:nvSpPr>
      <dsp:spPr>
        <a:xfrm>
          <a:off x="4873198" y="1556"/>
          <a:ext cx="1226403" cy="12264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Cloud</a:t>
          </a:r>
          <a:endParaRPr lang="en-US" sz="1700" kern="1200" dirty="0"/>
        </a:p>
      </dsp:txBody>
      <dsp:txXfrm>
        <a:off x="5052801" y="181159"/>
        <a:ext cx="867197" cy="867197"/>
      </dsp:txXfrm>
    </dsp:sp>
    <dsp:sp modelId="{5607416B-0860-4BD9-B047-40496BB8D182}">
      <dsp:nvSpPr>
        <dsp:cNvPr id="0" name=""/>
        <dsp:cNvSpPr/>
      </dsp:nvSpPr>
      <dsp:spPr>
        <a:xfrm>
          <a:off x="6734940" y="1863298"/>
          <a:ext cx="1226403" cy="12264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Protocol</a:t>
          </a:r>
          <a:endParaRPr lang="en-US" sz="1700" kern="1200" dirty="0"/>
        </a:p>
      </dsp:txBody>
      <dsp:txXfrm>
        <a:off x="6914543" y="2042901"/>
        <a:ext cx="867197" cy="867197"/>
      </dsp:txXfrm>
    </dsp:sp>
    <dsp:sp modelId="{82C8EBE6-BD11-46F9-9515-49C3F15F4873}">
      <dsp:nvSpPr>
        <dsp:cNvPr id="0" name=""/>
        <dsp:cNvSpPr/>
      </dsp:nvSpPr>
      <dsp:spPr>
        <a:xfrm>
          <a:off x="4873198" y="3725040"/>
          <a:ext cx="1226403" cy="12264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Mobile App</a:t>
          </a:r>
          <a:endParaRPr lang="en-US" sz="1700" kern="1200" dirty="0"/>
        </a:p>
      </dsp:txBody>
      <dsp:txXfrm>
        <a:off x="5052801" y="3904643"/>
        <a:ext cx="867197" cy="867197"/>
      </dsp:txXfrm>
    </dsp:sp>
    <dsp:sp modelId="{EE0886E2-B1B4-4146-96C8-1D71714AE2C1}">
      <dsp:nvSpPr>
        <dsp:cNvPr id="0" name=""/>
        <dsp:cNvSpPr/>
      </dsp:nvSpPr>
      <dsp:spPr>
        <a:xfrm>
          <a:off x="3011456" y="1863298"/>
          <a:ext cx="1226403" cy="12264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Sensor</a:t>
          </a:r>
          <a:endParaRPr lang="en-US" sz="1700" kern="1200" dirty="0"/>
        </a:p>
      </dsp:txBody>
      <dsp:txXfrm>
        <a:off x="3191059" y="2042901"/>
        <a:ext cx="867197" cy="8671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BD7C8C-14ED-47A9-8D6E-307B890096F6}">
      <dsp:nvSpPr>
        <dsp:cNvPr id="0" name=""/>
        <dsp:cNvSpPr/>
      </dsp:nvSpPr>
      <dsp:spPr>
        <a:xfrm>
          <a:off x="3476048" y="3078289"/>
          <a:ext cx="2174398" cy="1874710"/>
        </a:xfrm>
        <a:prstGeom prst="hexagon">
          <a:avLst>
            <a:gd name="adj" fmla="val 25000"/>
            <a:gd name="vf" fmla="val 115470"/>
          </a:avLst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4290" rIns="0" bIns="3429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Internet</a:t>
          </a:r>
          <a:endParaRPr lang="en-US" sz="2700" kern="1200" dirty="0"/>
        </a:p>
      </dsp:txBody>
      <dsp:txXfrm>
        <a:off x="3813474" y="3369209"/>
        <a:ext cx="1499546" cy="1292870"/>
      </dsp:txXfrm>
    </dsp:sp>
    <dsp:sp modelId="{1ACE0189-9090-4BED-80E5-819FFEBA794D}">
      <dsp:nvSpPr>
        <dsp:cNvPr id="0" name=""/>
        <dsp:cNvSpPr/>
      </dsp:nvSpPr>
      <dsp:spPr>
        <a:xfrm>
          <a:off x="3532536" y="3905935"/>
          <a:ext cx="254582" cy="219417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2C3513-DC0F-4870-AD1F-9AAC2E450D54}">
      <dsp:nvSpPr>
        <dsp:cNvPr id="0" name=""/>
        <dsp:cNvSpPr/>
      </dsp:nvSpPr>
      <dsp:spPr>
        <a:xfrm>
          <a:off x="1617364" y="2071344"/>
          <a:ext cx="2174398" cy="1874710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B6E45D-6F7A-423C-8ADA-1BFC56B5B4DD}">
      <dsp:nvSpPr>
        <dsp:cNvPr id="0" name=""/>
        <dsp:cNvSpPr/>
      </dsp:nvSpPr>
      <dsp:spPr>
        <a:xfrm>
          <a:off x="3097657" y="3698405"/>
          <a:ext cx="254582" cy="219417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41088D-9F47-476F-B7BE-C1F0E32FBAB3}">
      <dsp:nvSpPr>
        <dsp:cNvPr id="0" name=""/>
        <dsp:cNvSpPr/>
      </dsp:nvSpPr>
      <dsp:spPr>
        <a:xfrm>
          <a:off x="5328543" y="2049056"/>
          <a:ext cx="2174398" cy="187471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4290" rIns="0" bIns="3429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Hardware</a:t>
          </a:r>
          <a:endParaRPr lang="en-US" sz="2700" kern="1200" dirty="0"/>
        </a:p>
      </dsp:txBody>
      <dsp:txXfrm>
        <a:off x="5665969" y="2339976"/>
        <a:ext cx="1499546" cy="1292870"/>
      </dsp:txXfrm>
    </dsp:sp>
    <dsp:sp modelId="{26771E20-0371-4209-AAF3-E6EA4CE40B76}">
      <dsp:nvSpPr>
        <dsp:cNvPr id="0" name=""/>
        <dsp:cNvSpPr/>
      </dsp:nvSpPr>
      <dsp:spPr>
        <a:xfrm>
          <a:off x="6815026" y="3674135"/>
          <a:ext cx="254582" cy="219417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952451-60D1-47A9-AD0C-340A3A39EA31}">
      <dsp:nvSpPr>
        <dsp:cNvPr id="0" name=""/>
        <dsp:cNvSpPr/>
      </dsp:nvSpPr>
      <dsp:spPr>
        <a:xfrm>
          <a:off x="7181037" y="3078289"/>
          <a:ext cx="2174398" cy="1874710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18F000-58ED-473F-9FC8-845F0EE92F42}">
      <dsp:nvSpPr>
        <dsp:cNvPr id="0" name=""/>
        <dsp:cNvSpPr/>
      </dsp:nvSpPr>
      <dsp:spPr>
        <a:xfrm>
          <a:off x="7237525" y="3905935"/>
          <a:ext cx="254582" cy="219417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9DC608-3F27-44EF-BC25-1E18B3E385BD}">
      <dsp:nvSpPr>
        <dsp:cNvPr id="0" name=""/>
        <dsp:cNvSpPr/>
      </dsp:nvSpPr>
      <dsp:spPr>
        <a:xfrm>
          <a:off x="3476048" y="1024280"/>
          <a:ext cx="2174398" cy="187471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4290" rIns="0" bIns="3429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Mobile</a:t>
          </a:r>
          <a:endParaRPr lang="en-US" sz="2700" kern="1200" dirty="0"/>
        </a:p>
      </dsp:txBody>
      <dsp:txXfrm>
        <a:off x="3813474" y="1315200"/>
        <a:ext cx="1499546" cy="1292870"/>
      </dsp:txXfrm>
    </dsp:sp>
    <dsp:sp modelId="{F0A2BB9D-7B04-44AD-B4B3-9CC7E1000B84}">
      <dsp:nvSpPr>
        <dsp:cNvPr id="0" name=""/>
        <dsp:cNvSpPr/>
      </dsp:nvSpPr>
      <dsp:spPr>
        <a:xfrm>
          <a:off x="4950151" y="1064894"/>
          <a:ext cx="254582" cy="219417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916EAB-85FD-4F90-84F9-3D29DBC47404}">
      <dsp:nvSpPr>
        <dsp:cNvPr id="0" name=""/>
        <dsp:cNvSpPr/>
      </dsp:nvSpPr>
      <dsp:spPr>
        <a:xfrm>
          <a:off x="5328543" y="0"/>
          <a:ext cx="2174398" cy="1874710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F7B091-A40A-4C2A-A537-46CB3EA311D7}">
      <dsp:nvSpPr>
        <dsp:cNvPr id="0" name=""/>
        <dsp:cNvSpPr/>
      </dsp:nvSpPr>
      <dsp:spPr>
        <a:xfrm>
          <a:off x="5392769" y="823188"/>
          <a:ext cx="254582" cy="219417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exagonCluster">
  <dgm:title val=""/>
  <dgm:desc val=""/>
  <dgm:catLst>
    <dgm:cat type="picture" pri="21000"/>
    <dgm:cat type="relationship" pri="3200"/>
    <dgm:cat type="pictureconvert" pri="21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21"/>
      <dgm:chPref val="21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3871"/>
        </dgm:alg>
        <dgm:constrLst>
          <dgm:constr type="primFontSz" for="des" ptType="node" op="equ" val="65"/>
          <dgm:constr type="l" for="ch" forName="text1" refType="w" fact="0.4525"/>
          <dgm:constr type="t" for="ch" forName="text1" refType="h" fact="0.346"/>
          <dgm:constr type="w" for="ch" forName="text1" refType="w" fact="0.5475"/>
          <dgm:constr type="h" for="ch" forName="text1" refType="h" fact="0.654"/>
          <dgm:constr type="l" for="ch" forName="textaccent1" refType="w" fact="0.4652"/>
          <dgm:constr type="t" for="ch" forName="textaccent1" refType="h" fact="0.6348"/>
          <dgm:constr type="w" for="ch" forName="textaccent1" refType="w" fact="0.0639"/>
          <dgm:constr type="h" for="ch" forName="textaccent1" refType="h" fact="0.0765"/>
          <dgm:constr type="l" for="ch" forName="image1" refType="w" fact="0"/>
          <dgm:constr type="t" for="ch" forName="image1" refType="h" fact="0"/>
          <dgm:constr type="w" for="ch" forName="image1" refType="w" fact="0.5468"/>
          <dgm:constr type="h" for="ch" forName="image1" refType="h" fact="0.6538"/>
          <dgm:constr type="l" for="ch" forName="imageaccent1" refType="w" fact="0.3702"/>
          <dgm:constr type="t" for="ch" forName="imageaccent1" refType="h" fact="0.5633"/>
          <dgm:constr type="w" for="ch" forName="imageaccent1" refType="w" fact="0.0639"/>
          <dgm:constr type="h" for="ch" forName="imageaccent1" refType="h" fact="0.0765"/>
        </dgm:constrLst>
      </dgm:if>
      <dgm:if name="Name3" axis="ch" ptType="node" func="cnt" op="equ" val="2">
        <dgm:alg type="composite">
          <dgm:param type="ar" val="2.6443"/>
        </dgm:alg>
        <dgm:constrLst>
          <dgm:constr type="primFontSz" for="des" ptType="node" op="equ" val="65"/>
          <dgm:constr type="l" for="ch" forName="text1" refType="w" fact="0.2383"/>
          <dgm:constr type="t" for="ch" forName="text1" refType="h" fact="0.3501"/>
          <dgm:constr type="w" for="ch" forName="text1" refType="w" fact="0.285"/>
          <dgm:constr type="h" for="ch" forName="text1" refType="h" fact="0.6499"/>
          <dgm:constr type="l" for="ch" forName="textaccent1" refType="w" fact="0.2472"/>
          <dgm:constr type="t" for="ch" forName="textaccent1" refType="h" fact="0.6371"/>
          <dgm:constr type="w" for="ch" forName="textaccent1" refType="w" fact="0.0333"/>
          <dgm:constr type="h" for="ch" forName="textaccent1" refType="h" fact="0.076"/>
          <dgm:constr type="l" for="ch" forName="image1" refType="w" fact="0"/>
          <dgm:constr type="t" for="ch" forName="image1" refType="h" fact="0"/>
          <dgm:constr type="w" for="ch" forName="image1" refType="w" fact="0.285"/>
          <dgm:constr type="h" for="ch" forName="image1" refType="h" fact="0.6499"/>
          <dgm:constr type="l" for="ch" forName="imageaccent1" refType="w" fact="0.1942"/>
          <dgm:constr type="t" for="ch" forName="imageaccent1" refType="h" fact="0.5602"/>
          <dgm:constr type="w" for="ch" forName="imageaccent1" refType="w" fact="0.0333"/>
          <dgm:constr type="h" for="ch" forName="imageaccent1" refType="h" fact="0.076"/>
          <dgm:constr type="l" for="ch" forName="text2" refType="w" fact="0.4767"/>
          <dgm:constr type="t" for="ch" forName="text2" refType="h" fact="0"/>
          <dgm:constr type="w" for="ch" forName="text2" refType="w" fact="0.285"/>
          <dgm:constr type="h" for="ch" forName="text2" refType="h" fact="0.6499"/>
          <dgm:constr type="l" for="ch" forName="textaccent2" refType="w" fact="0.6709"/>
          <dgm:constr type="t" for="ch" forName="textaccent2" refType="h" fact="0.5602"/>
          <dgm:constr type="w" for="ch" forName="textaccent2" refType="w" fact="0.0333"/>
          <dgm:constr type="h" for="ch" forName="textaccent2" refType="h" fact="0.076"/>
          <dgm:constr type="l" for="ch" forName="image2" refType="w" fact="0.715"/>
          <dgm:constr type="t" for="ch" forName="image2" refType="h" fact="0.3501"/>
          <dgm:constr type="w" for="ch" forName="image2" refType="w" fact="0.285"/>
          <dgm:constr type="h" for="ch" forName="image2" refType="h" fact="0.6499"/>
          <dgm:constr type="l" for="ch" forName="imageaccent2" refType="w" fact="0.7239"/>
          <dgm:constr type="t" for="ch" forName="imageaccent2" refType="h" fact="0.6371"/>
          <dgm:constr type="w" for="ch" forName="imageaccent2" refType="w" fact="0.0333"/>
          <dgm:constr type="h" for="ch" forName="imageaccent2" refType="h" fact="0.076"/>
        </dgm:constrLst>
      </dgm:if>
      <dgm:if name="Name4" axis="ch" ptType="node" func="cnt" op="equ" val="3">
        <dgm:alg type="composite">
          <dgm:param type="ar" val="1.5623"/>
        </dgm:alg>
        <dgm:constrLst>
          <dgm:constr type="primFontSz" for="des" ptType="node" op="equ" val="65"/>
          <dgm:constr type="l" for="ch" forName="text1" refType="w" fact="0.2402"/>
          <dgm:constr type="t" for="ch" forName="text1" refType="h" fact="0.6215"/>
          <dgm:constr type="w" for="ch" forName="text1" refType="w" fact="0.281"/>
          <dgm:constr type="h" for="ch" forName="text1" refType="h" fact="0.3785"/>
          <dgm:constr type="l" for="ch" forName="textaccent1" refType="w" fact="0.2475"/>
          <dgm:constr type="t" for="ch" forName="textaccent1" refType="h" fact="0.7886"/>
          <dgm:constr type="w" for="ch" forName="textaccent1" refType="w" fact="0.0329"/>
          <dgm:constr type="h" for="ch" forName="textaccent1" refType="h" fact="0.0443"/>
          <dgm:constr type="l" for="ch" forName="image1" refType="w" fact="0"/>
          <dgm:constr type="t" for="ch" forName="image1" refType="h" fact="0.4182"/>
          <dgm:constr type="w" for="ch" forName="image1" refType="w" fact="0.281"/>
          <dgm:constr type="h" for="ch" forName="image1" refType="h" fact="0.3785"/>
          <dgm:constr type="l" for="ch" forName="imageaccent1" refType="w" fact="0.1913"/>
          <dgm:constr type="t" for="ch" forName="imageaccent1" refType="h" fact="0.7467"/>
          <dgm:constr type="w" for="ch" forName="imageaccent1" refType="w" fact="0.0329"/>
          <dgm:constr type="h" for="ch" forName="imageaccent1" refType="h" fact="0.0443"/>
          <dgm:constr type="l" for="ch" forName="text2" refType="w" fact="0.4796"/>
          <dgm:constr type="t" for="ch" forName="text2" refType="h" fact="0.4137"/>
          <dgm:constr type="w" for="ch" forName="text2" refType="w" fact="0.281"/>
          <dgm:constr type="h" for="ch" forName="text2" refType="h" fact="0.3785"/>
          <dgm:constr type="l" for="ch" forName="textaccent2" refType="w" fact="0.6717"/>
          <dgm:constr type="t" for="ch" forName="textaccent2" refType="h" fact="0.7418"/>
          <dgm:constr type="w" for="ch" forName="textaccent2" refType="w" fact="0.0329"/>
          <dgm:constr type="h" for="ch" forName="textaccent2" refType="h" fact="0.0443"/>
          <dgm:constr type="l" for="ch" forName="image2" refType="w" fact="0.719"/>
          <dgm:constr type="t" for="ch" forName="image2" refType="h" fact="0.6215"/>
          <dgm:constr type="w" for="ch" forName="image2" refType="w" fact="0.281"/>
          <dgm:constr type="h" for="ch" forName="image2" refType="h" fact="0.3785"/>
          <dgm:constr type="l" for="ch" forName="imageaccent2" refType="w" fact="0.7263"/>
          <dgm:constr type="t" for="ch" forName="imageaccent2" refType="h" fact="0.7886"/>
          <dgm:constr type="w" for="ch" forName="imageaccent2" refType="w" fact="0.0329"/>
          <dgm:constr type="h" for="ch" forName="imageaccent2" refType="h" fact="0.0443"/>
          <dgm:constr type="l" for="ch" forName="text3" refType="w" fact="0.2402"/>
          <dgm:constr type="t" for="ch" forName="text3" refType="h" fact="0.2068"/>
          <dgm:constr type="w" for="ch" forName="text3" refType="w" fact="0.281"/>
          <dgm:constr type="h" for="ch" forName="text3" refType="h" fact="0.3785"/>
          <dgm:constr type="l" for="ch" forName="textaccent3" refType="w" fact="0.4307"/>
          <dgm:constr type="t" for="ch" forName="textaccent3" refType="h" fact="0.215"/>
          <dgm:constr type="w" for="ch" forName="textaccent3" refType="w" fact="0.0329"/>
          <dgm:constr type="h" for="ch" forName="textaccent3" refType="h" fact="0.0443"/>
          <dgm:constr type="l" for="ch" forName="image3" refType="w" fact="0.4796"/>
          <dgm:constr type="t" for="ch" forName="image3" refType="h" fact="0"/>
          <dgm:constr type="w" for="ch" forName="image3" refType="w" fact="0.281"/>
          <dgm:constr type="h" for="ch" forName="image3" refType="h" fact="0.3785"/>
          <dgm:constr type="l" for="ch" forName="imageaccent3" refType="w" fact="0.4879"/>
          <dgm:constr type="t" for="ch" forName="imageaccent3" refType="h" fact="0.1662"/>
          <dgm:constr type="w" for="ch" forName="imageaccent3" refType="w" fact="0.0329"/>
          <dgm:constr type="h" for="ch" forName="imageaccent3" refType="h" fact="0.0443"/>
        </dgm:constrLst>
      </dgm:if>
      <dgm:if name="Name5" axis="ch" ptType="node" func="cnt" op="equ" val="4">
        <dgm:alg type="composite">
          <dgm:param type="ar" val="1.943"/>
        </dgm:alg>
        <dgm:constrLst>
          <dgm:constr type="primFontSz" for="des" ptType="node" op="equ" val="65"/>
          <dgm:constr type="l" for="ch" forName="image2" refType="w" fact="0.5787"/>
          <dgm:constr type="t" for="ch" forName="image2" refType="h" fact="0.6208"/>
          <dgm:constr type="w" for="ch" forName="image2" refType="w" fact="0.227"/>
          <dgm:constr type="h" for="ch" forName="image2" refType="h" fact="0.3786"/>
          <dgm:constr type="l" for="ch" forName="text4" refType="w" fact="0.5787"/>
          <dgm:constr type="t" for="ch" forName="text4" refType="h" fact="0.2081"/>
          <dgm:constr type="w" for="ch" forName="text4" refType="w" fact="0.227"/>
          <dgm:constr type="h" for="ch" forName="text4" refType="h" fact="0.3786"/>
          <dgm:constr type="l" for="ch" forName="text2" refType="w" fact="0.3852"/>
          <dgm:constr type="t" for="ch" forName="text2" refType="h" fact="0.4127"/>
          <dgm:constr type="w" for="ch" forName="text2" refType="w" fact="0.227"/>
          <dgm:constr type="h" for="ch" forName="text2" refType="h" fact="0.3786"/>
          <dgm:constr type="l" for="ch" forName="image3" refType="w" fact="0.3852"/>
          <dgm:constr type="t" for="ch" forName="image3" refType="h" fact="0"/>
          <dgm:constr type="w" for="ch" forName="image3" refType="w" fact="0.227"/>
          <dgm:constr type="h" for="ch" forName="image3" refType="h" fact="0.3786"/>
          <dgm:constr type="l" for="ch" forName="text1" refType="w" fact="0.1927"/>
          <dgm:constr type="t" for="ch" forName="text1" refType="h" fact="0.6214"/>
          <dgm:constr type="w" for="ch" forName="text1" refType="w" fact="0.227"/>
          <dgm:constr type="h" for="ch" forName="text1" refType="h" fact="0.3786"/>
          <dgm:constr type="l" for="ch" forName="textaccent1" refType="w" fact="0.1998"/>
          <dgm:constr type="t" for="ch" forName="textaccent1" refType="h" fact="0.7887"/>
          <dgm:constr type="w" for="ch" forName="textaccent1" refType="w" fact="0.0265"/>
          <dgm:constr type="h" for="ch" forName="textaccent1" refType="h" fact="0.0444"/>
          <dgm:constr type="l" for="ch" forName="image1" refType="w" fact="0"/>
          <dgm:constr type="t" for="ch" forName="image1" refType="h" fact="0.4156"/>
          <dgm:constr type="w" for="ch" forName="image1" refType="w" fact="0.227"/>
          <dgm:constr type="h" for="ch" forName="image1" refType="h" fact="0.3786"/>
          <dgm:constr type="l" for="ch" forName="imageaccent1" refType="w" fact="0.1537"/>
          <dgm:constr type="t" for="ch" forName="imageaccent1" refType="h" fact="0.7417"/>
          <dgm:constr type="w" for="ch" forName="imageaccent1" refType="w" fact="0.0265"/>
          <dgm:constr type="h" for="ch" forName="imageaccent1" refType="h" fact="0.0444"/>
          <dgm:constr type="l" for="ch" forName="textaccent2" refType="w" fact="0.5407"/>
          <dgm:constr type="t" for="ch" forName="textaccent2" refType="h" fact="0.7384"/>
          <dgm:constr type="w" for="ch" forName="textaccent2" refType="w" fact="0.0265"/>
          <dgm:constr type="h" for="ch" forName="textaccent2" refType="h" fact="0.0444"/>
          <dgm:constr type="l" for="ch" forName="imageaccent2" refType="w" fact="0.5839"/>
          <dgm:constr type="t" for="ch" forName="imageaccent2" refType="h" fact="0.7904"/>
          <dgm:constr type="w" for="ch" forName="imageaccent2" refType="w" fact="0.0265"/>
          <dgm:constr type="h" for="ch" forName="imageaccent2" refType="h" fact="0.0444"/>
          <dgm:constr type="l" for="ch" forName="text3" refType="w" fact="0.1927"/>
          <dgm:constr type="t" for="ch" forName="text3" refType="h" fact="0.2087"/>
          <dgm:constr type="w" for="ch" forName="text3" refType="w" fact="0.227"/>
          <dgm:constr type="h" for="ch" forName="text3" refType="h" fact="0.3786"/>
          <dgm:constr type="l" for="ch" forName="textaccent3" refType="w" fact="0.3472"/>
          <dgm:constr type="t" for="ch" forName="textaccent3" refType="h" fact="0.2165"/>
          <dgm:constr type="w" for="ch" forName="textaccent3" refType="w" fact="0.0265"/>
          <dgm:constr type="h" for="ch" forName="textaccent3" refType="h" fact="0.0444"/>
          <dgm:constr type="l" for="ch" forName="imageaccent3" refType="w" fact="0.3904"/>
          <dgm:constr type="t" for="ch" forName="imageaccent3" refType="h" fact="0.1678"/>
          <dgm:constr type="w" for="ch" forName="imageaccent3" refType="w" fact="0.0265"/>
          <dgm:constr type="h" for="ch" forName="imageaccent3" refType="h" fact="0.0444"/>
          <dgm:constr type="l" for="ch" forName="textaccent4" refType="w" fact="0.7739"/>
          <dgm:constr type="t" for="ch" forName="textaccent4" refType="h" fact="0.3752"/>
          <dgm:constr type="w" for="ch" forName="textaccent4" refType="w" fact="0.0265"/>
          <dgm:constr type="h" for="ch" forName="textaccent4" refType="h" fact="0.0444"/>
          <dgm:constr type="l" for="ch" forName="image4" refType="w" fact="0.773"/>
          <dgm:constr type="t" for="ch" forName="image4" refType="h" fact="0.4162"/>
          <dgm:constr type="w" for="ch" forName="image4" refType="w" fact="0.227"/>
          <dgm:constr type="h" for="ch" forName="image4" refType="h" fact="0.3786"/>
          <dgm:constr type="l" for="ch" forName="imageaccent4" refType="w" fact="0.8188"/>
          <dgm:constr type="t" for="ch" forName="imageaccent4" refType="h" fact="0.4229"/>
          <dgm:constr type="w" for="ch" forName="imageaccent4" refType="w" fact="0.0265"/>
          <dgm:constr type="h" for="ch" forName="imageaccent4" refType="h" fact="0.0444"/>
        </dgm:constrLst>
      </dgm:if>
      <dgm:if name="Name6" axis="ch" ptType="node" func="cnt" op="equ" val="5">
        <dgm:alg type="composite">
          <dgm:param type="ar" val="2.3203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4193"/>
          <dgm:constr type="w" for="ch" forName="image4" refType="w" fact="0.1886"/>
          <dgm:constr type="h" for="ch" forName="image4" refType="h" fact="0.3757"/>
          <dgm:constr type="l" for="ch" forName="text5" refType="w" fact="0.6491"/>
          <dgm:constr type="t" for="ch" forName="text5" refType="h" fact="0.004"/>
          <dgm:constr type="w" for="ch" forName="text5" refType="w" fact="0.1886"/>
          <dgm:constr type="h" for="ch" forName="text5" refType="h" fact="0.3757"/>
          <dgm:constr type="l" for="ch" forName="image5" refType="w" fact="0.8114"/>
          <dgm:constr type="t" for="ch" forName="image5" refType="h" fact="0.2136"/>
          <dgm:constr type="w" for="ch" forName="image5" refType="w" fact="0.1886"/>
          <dgm:constr type="h" for="ch" forName="image5" refType="h" fact="0.3757"/>
          <dgm:constr type="l" for="ch" forName="image2" refType="w" fact="0.4868"/>
          <dgm:constr type="t" for="ch" forName="image2" refType="h" fact="0.6235"/>
          <dgm:constr type="w" for="ch" forName="image2" refType="w" fact="0.1886"/>
          <dgm:constr type="h" for="ch" forName="image2" refType="h" fact="0.3757"/>
          <dgm:constr type="l" for="ch" forName="text4" refType="w" fact="0.4868"/>
          <dgm:constr type="t" for="ch" forName="text4" refType="h" fact="0.2081"/>
          <dgm:constr type="w" for="ch" forName="text4" refType="w" fact="0.1886"/>
          <dgm:constr type="h" for="ch" forName="text4" refType="h" fact="0.3757"/>
          <dgm:constr type="l" for="ch" forName="text2" refType="w" fact="0.3246"/>
          <dgm:constr type="t" for="ch" forName="text2" refType="h" fact="0.4154"/>
          <dgm:constr type="w" for="ch" forName="text2" refType="w" fact="0.1886"/>
          <dgm:constr type="h" for="ch" forName="text2" refType="h" fact="0.3757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757"/>
          <dgm:constr type="l" for="ch" forName="text1" refType="w" fact="0.1623"/>
          <dgm:constr type="t" for="ch" forName="text1" refType="h" fact="0.6243"/>
          <dgm:constr type="w" for="ch" forName="text1" refType="w" fact="0.1886"/>
          <dgm:constr type="h" for="ch" forName="text1" refType="h" fact="0.3757"/>
          <dgm:constr type="l" for="ch" forName="text3" refType="w" fact="0.1623"/>
          <dgm:constr type="t" for="ch" forName="text3" refType="h" fact="0.2089"/>
          <dgm:constr type="w" for="ch" forName="text3" refType="w" fact="0.1886"/>
          <dgm:constr type="h" for="ch" forName="text3" refType="h" fact="0.3757"/>
          <dgm:constr type="l" for="ch" forName="textaccent1" refType="w" fact="0.1668"/>
          <dgm:constr type="t" for="ch" forName="textaccent1" refType="h" fact="0.7923"/>
          <dgm:constr type="w" for="ch" forName="textaccent1" refType="w" fact="0.022"/>
          <dgm:constr type="h" for="ch" forName="textaccent1" refType="h" fact="0.044"/>
          <dgm:constr type="l" for="ch" forName="image1" refType="w" fact="0"/>
          <dgm:constr type="t" for="ch" forName="image1" refType="h" fact="0.4166"/>
          <dgm:constr type="w" for="ch" forName="image1" refType="w" fact="0.1886"/>
          <dgm:constr type="h" for="ch" forName="image1" refType="h" fact="0.3757"/>
          <dgm:constr type="l" for="ch" forName="imageaccent1" refType="w" fact="0.1292"/>
          <dgm:constr type="t" for="ch" forName="imageaccent1" refType="h" fact="0.7424"/>
          <dgm:constr type="w" for="ch" forName="imageaccent1" refType="w" fact="0.022"/>
          <dgm:constr type="h" for="ch" forName="imageaccent1" refType="h" fact="0.044"/>
          <dgm:constr type="l" for="ch" forName="textaccent2" refType="w" fact="0.4544"/>
          <dgm:constr type="t" for="ch" forName="textaccent2" refType="h" fact="0.7404"/>
          <dgm:constr type="w" for="ch" forName="textaccent2" refType="w" fact="0.022"/>
          <dgm:constr type="h" for="ch" forName="textaccent2" refType="h" fact="0.044"/>
          <dgm:constr type="l" for="ch" forName="imageaccent2" refType="w" fact="0.4914"/>
          <dgm:constr type="t" for="ch" forName="imageaccent2" refType="h" fact="0.7907"/>
          <dgm:constr type="w" for="ch" forName="imageaccent2" refType="w" fact="0.022"/>
          <dgm:constr type="h" for="ch" forName="imageaccent2" refType="h" fact="0.044"/>
          <dgm:constr type="l" for="ch" forName="textaccent3" refType="w" fact="0.2915"/>
          <dgm:constr type="t" for="ch" forName="textaccent3" refType="h" fact="0.216"/>
          <dgm:constr type="w" for="ch" forName="textaccent3" refType="w" fact="0.022"/>
          <dgm:constr type="h" for="ch" forName="textaccent3" refType="h" fact="0.044"/>
          <dgm:constr type="l" for="ch" forName="imageaccent3" refType="w" fact="0.3299"/>
          <dgm:constr type="t" for="ch" forName="imageaccent3" refType="h" fact="0.1665"/>
          <dgm:constr type="w" for="ch" forName="imageaccent3" refType="w" fact="0.022"/>
          <dgm:constr type="h" for="ch" forName="imageaccent3" refType="h" fact="0.044"/>
          <dgm:constr type="l" for="ch" forName="textaccent4" refType="w" fact="0.65"/>
          <dgm:constr type="t" for="ch" forName="textaccent4" refType="h" fact="0.3746"/>
          <dgm:constr type="w" for="ch" forName="textaccent4" refType="w" fact="0.022"/>
          <dgm:constr type="h" for="ch" forName="textaccent4" refType="h" fact="0.044"/>
          <dgm:constr type="l" for="ch" forName="imageaccent4" refType="w" fact="0.6859"/>
          <dgm:constr type="t" for="ch" forName="imageaccent4" refType="h" fact="0.4261"/>
          <dgm:constr type="w" for="ch" forName="imageaccent4" refType="w" fact="0.022"/>
          <dgm:constr type="h" for="ch" forName="imageaccent4" refType="h" fact="0.044"/>
          <dgm:constr type="l" for="ch" forName="textaccent5" refType="w" fact="0.8123"/>
          <dgm:constr type="t" for="ch" forName="textaccent5" refType="h" fact="0.1724"/>
          <dgm:constr type="w" for="ch" forName="textaccent5" refType="w" fact="0.022"/>
          <dgm:constr type="h" for="ch" forName="textaccent5" refType="h" fact="0.044"/>
          <dgm:constr type="l" for="ch" forName="imageaccent5" refType="w" fact="0.849"/>
          <dgm:constr type="t" for="ch" forName="imageaccent5" refType="h" fact="0.222"/>
          <dgm:constr type="w" for="ch" forName="imageaccent5" refType="w" fact="0.022"/>
          <dgm:constr type="h" for="ch" forName="imageaccent5" refType="h" fact="0.044"/>
        </dgm:constrLst>
      </dgm:if>
      <dgm:if name="Name7" axis="ch" ptType="node" func="cnt" op="equ" val="6">
        <dgm:alg type="composite">
          <dgm:param type="ar" val="1.9179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3466"/>
          <dgm:constr type="w" for="ch" forName="image4" refType="w" fact="0.1886"/>
          <dgm:constr type="h" for="ch" forName="image4" refType="h" fact="0.3106"/>
          <dgm:constr type="l" for="ch" forName="text5" refType="w" fact="0.6491"/>
          <dgm:constr type="t" for="ch" forName="text5" refType="h" fact="0.0033"/>
          <dgm:constr type="w" for="ch" forName="text5" refType="w" fact="0.1886"/>
          <dgm:constr type="h" for="ch" forName="text5" refType="h" fact="0.3106"/>
          <dgm:constr type="l" for="ch" forName="image5" refType="w" fact="0.8114"/>
          <dgm:constr type="t" for="ch" forName="image5" refType="h" fact="0.1766"/>
          <dgm:constr type="w" for="ch" forName="image5" refType="w" fact="0.1886"/>
          <dgm:constr type="h" for="ch" forName="image5" refType="h" fact="0.3106"/>
          <dgm:constr type="l" for="ch" forName="image2" refType="w" fact="0.4868"/>
          <dgm:constr type="t" for="ch" forName="image2" refType="h" fact="0.5154"/>
          <dgm:constr type="w" for="ch" forName="image2" refType="w" fact="0.1886"/>
          <dgm:constr type="h" for="ch" forName="image2" refType="h" fact="0.3106"/>
          <dgm:constr type="l" for="ch" forName="text4" refType="w" fact="0.4868"/>
          <dgm:constr type="t" for="ch" forName="text4" refType="h" fact="0.172"/>
          <dgm:constr type="w" for="ch" forName="text4" refType="w" fact="0.1886"/>
          <dgm:constr type="h" for="ch" forName="text4" refType="h" fact="0.3106"/>
          <dgm:constr type="l" for="ch" forName="text2" refType="w" fact="0.3246"/>
          <dgm:constr type="t" for="ch" forName="text2" refType="h" fact="0.3434"/>
          <dgm:constr type="w" for="ch" forName="text2" refType="w" fact="0.1886"/>
          <dgm:constr type="h" for="ch" forName="text2" refType="h" fact="0.3106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106"/>
          <dgm:constr type="l" for="ch" forName="text1" refType="w" fact="0.1623"/>
          <dgm:constr type="t" for="ch" forName="text1" refType="h" fact="0.516"/>
          <dgm:constr type="w" for="ch" forName="text1" refType="w" fact="0.1886"/>
          <dgm:constr type="h" for="ch" forName="text1" refType="h" fact="0.3106"/>
          <dgm:constr type="l" for="ch" forName="text3" refType="w" fact="0.1623"/>
          <dgm:constr type="t" for="ch" forName="text3" refType="h" fact="0.1727"/>
          <dgm:constr type="w" for="ch" forName="text3" refType="w" fact="0.1886"/>
          <dgm:constr type="h" for="ch" forName="text3" refType="h" fact="0.3106"/>
          <dgm:constr type="l" for="ch" forName="textaccent1" refType="w" fact="0.1668"/>
          <dgm:constr type="t" for="ch" forName="textaccent1" refType="h" fact="0.6549"/>
          <dgm:constr type="w" for="ch" forName="textaccent1" refType="w" fact="0.022"/>
          <dgm:constr type="h" for="ch" forName="textaccent1" refType="h" fact="0.0364"/>
          <dgm:constr type="l" for="ch" forName="image1" refType="w" fact="0"/>
          <dgm:constr type="t" for="ch" forName="image1" refType="h" fact="0.3443"/>
          <dgm:constr type="w" for="ch" forName="image1" refType="w" fact="0.1886"/>
          <dgm:constr type="h" for="ch" forName="image1" refType="h" fact="0.3106"/>
          <dgm:constr type="l" for="ch" forName="imageaccent1" refType="w" fact="0.1292"/>
          <dgm:constr type="t" for="ch" forName="imageaccent1" refType="h" fact="0.6137"/>
          <dgm:constr type="w" for="ch" forName="imageaccent1" refType="w" fact="0.022"/>
          <dgm:constr type="h" for="ch" forName="imageaccent1" refType="h" fact="0.0364"/>
          <dgm:constr type="l" for="ch" forName="textaccent2" refType="w" fact="0.4544"/>
          <dgm:constr type="t" for="ch" forName="textaccent2" refType="h" fact="0.612"/>
          <dgm:constr type="w" for="ch" forName="textaccent2" refType="w" fact="0.022"/>
          <dgm:constr type="h" for="ch" forName="textaccent2" refType="h" fact="0.0364"/>
          <dgm:constr type="l" for="ch" forName="imageaccent2" refType="w" fact="0.4914"/>
          <dgm:constr type="t" for="ch" forName="imageaccent2" refType="h" fact="0.6536"/>
          <dgm:constr type="w" for="ch" forName="imageaccent2" refType="w" fact="0.022"/>
          <dgm:constr type="h" for="ch" forName="imageaccent2" refType="h" fact="0.0364"/>
          <dgm:constr type="l" for="ch" forName="textaccent3" refType="w" fact="0.2915"/>
          <dgm:constr type="t" for="ch" forName="textaccent3" refType="h" fact="0.1786"/>
          <dgm:constr type="w" for="ch" forName="textaccent3" refType="w" fact="0.022"/>
          <dgm:constr type="h" for="ch" forName="textaccent3" refType="h" fact="0.0364"/>
          <dgm:constr type="l" for="ch" forName="imageaccent3" refType="w" fact="0.3299"/>
          <dgm:constr type="t" for="ch" forName="imageaccent3" refType="h" fact="0.1376"/>
          <dgm:constr type="w" for="ch" forName="imageaccent3" refType="w" fact="0.022"/>
          <dgm:constr type="h" for="ch" forName="imageaccent3" refType="h" fact="0.0364"/>
          <dgm:constr type="l" for="ch" forName="textaccent4" refType="w" fact="0.65"/>
          <dgm:constr type="t" for="ch" forName="textaccent4" refType="h" fact="0.3096"/>
          <dgm:constr type="w" for="ch" forName="textaccent4" refType="w" fact="0.022"/>
          <dgm:constr type="h" for="ch" forName="textaccent4" refType="h" fact="0.0364"/>
          <dgm:constr type="l" for="ch" forName="imageaccent4" refType="w" fact="0.6859"/>
          <dgm:constr type="t" for="ch" forName="imageaccent4" refType="h" fact="0.3522"/>
          <dgm:constr type="w" for="ch" forName="imageaccent4" refType="w" fact="0.022"/>
          <dgm:constr type="h" for="ch" forName="imageaccent4" refType="h" fact="0.0364"/>
          <dgm:constr type="l" for="ch" forName="textaccent5" refType="w" fact="0.8123"/>
          <dgm:constr type="t" for="ch" forName="textaccent5" refType="h" fact="0.1425"/>
          <dgm:constr type="w" for="ch" forName="textaccent5" refType="w" fact="0.022"/>
          <dgm:constr type="h" for="ch" forName="textaccent5" refType="h" fact="0.0364"/>
          <dgm:constr type="l" for="ch" forName="imageaccent5" refType="w" fact="0.849"/>
          <dgm:constr type="t" for="ch" forName="imageaccent5" refType="h" fact="0.1835"/>
          <dgm:constr type="w" for="ch" forName="imageaccent5" refType="w" fact="0.022"/>
          <dgm:constr type="h" for="ch" forName="imageaccent5" refType="h" fact="0.0364"/>
          <dgm:constr type="l" for="ch" forName="image6" refType="w" fact="0.6491"/>
          <dgm:constr type="t" for="ch" forName="image6" refType="h" fact="0.6894"/>
          <dgm:constr type="w" for="ch" forName="image6" refType="w" fact="0.1886"/>
          <dgm:constr type="h" for="ch" forName="image6" refType="h" fact="0.3106"/>
          <dgm:constr type="l" for="ch" forName="text6" refType="w" fact="0.8114"/>
          <dgm:constr type="t" for="ch" forName="text6" refType="h" fact="0.5194"/>
          <dgm:constr type="w" for="ch" forName="text6" refType="w" fact="0.1886"/>
          <dgm:constr type="h" for="ch" forName="text6" refType="h" fact="0.3106"/>
          <dgm:constr type="l" for="ch" forName="imageaccent6" refType="w" fact="0.8138"/>
          <dgm:constr type="t" for="ch" forName="imageaccent6" refType="h" fact="0.8257"/>
          <dgm:constr type="w" for="ch" forName="imageaccent6" refType="w" fact="0.022"/>
          <dgm:constr type="h" for="ch" forName="imageaccent6" refType="h" fact="0.0364"/>
          <dgm:constr type="l" for="ch" forName="textaccent6" refType="w" fact="0.8488"/>
          <dgm:constr type="t" for="ch" forName="textaccent6" refType="h" fact="0.7914"/>
          <dgm:constr type="w" for="ch" forName="textaccent6" refType="w" fact="0.022"/>
          <dgm:constr type="h" for="ch" forName="textaccent6" refType="h" fact="0.0364"/>
        </dgm:constrLst>
      </dgm:if>
      <dgm:if name="Name8" axis="ch" ptType="node" func="cnt" op="equ" val="7">
        <dgm:alg type="composite">
          <dgm:param type="ar" val="1.6382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2961"/>
          <dgm:constr type="w" for="ch" forName="image4" refType="w" fact="0.1886"/>
          <dgm:constr type="h" for="ch" forName="image4" refType="h" fact="0.2653"/>
          <dgm:constr type="l" for="ch" forName="text5" refType="w" fact="0.6491"/>
          <dgm:constr type="t" for="ch" forName="text5" refType="h" fact="0.0028"/>
          <dgm:constr type="w" for="ch" forName="text5" refType="w" fact="0.1886"/>
          <dgm:constr type="h" for="ch" forName="text5" refType="h" fact="0.2653"/>
          <dgm:constr type="l" for="ch" forName="image5" refType="w" fact="0.8114"/>
          <dgm:constr type="t" for="ch" forName="image5" refType="h" fact="0.1508"/>
          <dgm:constr type="w" for="ch" forName="image5" refType="w" fact="0.1886"/>
          <dgm:constr type="h" for="ch" forName="image5" refType="h" fact="0.2653"/>
          <dgm:constr type="l" for="ch" forName="image2" refType="w" fact="0.4868"/>
          <dgm:constr type="t" for="ch" forName="image2" refType="h" fact="0.4402"/>
          <dgm:constr type="w" for="ch" forName="image2" refType="w" fact="0.1886"/>
          <dgm:constr type="h" for="ch" forName="image2" refType="h" fact="0.2653"/>
          <dgm:constr type="l" for="ch" forName="text4" refType="w" fact="0.4868"/>
          <dgm:constr type="t" for="ch" forName="text4" refType="h" fact="0.1469"/>
          <dgm:constr type="w" for="ch" forName="text4" refType="w" fact="0.1886"/>
          <dgm:constr type="h" for="ch" forName="text4" refType="h" fact="0.2653"/>
          <dgm:constr type="l" for="ch" forName="text2" refType="w" fact="0.3246"/>
          <dgm:constr type="t" for="ch" forName="text2" refType="h" fact="0.2933"/>
          <dgm:constr type="w" for="ch" forName="text2" refType="w" fact="0.1886"/>
          <dgm:constr type="h" for="ch" forName="text2" refType="h" fact="0.2653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2653"/>
          <dgm:constr type="l" for="ch" forName="text1" refType="w" fact="0.1623"/>
          <dgm:constr type="t" for="ch" forName="text1" refType="h" fact="0.4408"/>
          <dgm:constr type="w" for="ch" forName="text1" refType="w" fact="0.1886"/>
          <dgm:constr type="h" for="ch" forName="text1" refType="h" fact="0.2653"/>
          <dgm:constr type="l" for="ch" forName="text3" refType="w" fact="0.1623"/>
          <dgm:constr type="t" for="ch" forName="text3" refType="h" fact="0.1475"/>
          <dgm:constr type="w" for="ch" forName="text3" refType="w" fact="0.1886"/>
          <dgm:constr type="h" for="ch" forName="text3" refType="h" fact="0.2653"/>
          <dgm:constr type="l" for="ch" forName="textaccent1" refType="w" fact="0.1668"/>
          <dgm:constr type="t" for="ch" forName="textaccent1" refType="h" fact="0.5594"/>
          <dgm:constr type="w" for="ch" forName="textaccent1" refType="w" fact="0.022"/>
          <dgm:constr type="h" for="ch" forName="textaccent1" refType="h" fact="0.0311"/>
          <dgm:constr type="l" for="ch" forName="image1" refType="w" fact="0"/>
          <dgm:constr type="t" for="ch" forName="image1" refType="h" fact="0.2941"/>
          <dgm:constr type="w" for="ch" forName="image1" refType="w" fact="0.1886"/>
          <dgm:constr type="h" for="ch" forName="image1" refType="h" fact="0.2653"/>
          <dgm:constr type="l" for="ch" forName="imageaccent1" refType="w" fact="0.1292"/>
          <dgm:constr type="t" for="ch" forName="imageaccent1" refType="h" fact="0.5242"/>
          <dgm:constr type="w" for="ch" forName="imageaccent1" refType="w" fact="0.022"/>
          <dgm:constr type="h" for="ch" forName="imageaccent1" refType="h" fact="0.0311"/>
          <dgm:constr type="l" for="ch" forName="textaccent2" refType="w" fact="0.4544"/>
          <dgm:constr type="t" for="ch" forName="textaccent2" refType="h" fact="0.5228"/>
          <dgm:constr type="w" for="ch" forName="textaccent2" refType="w" fact="0.022"/>
          <dgm:constr type="h" for="ch" forName="textaccent2" refType="h" fact="0.0311"/>
          <dgm:constr type="l" for="ch" forName="imageaccent2" refType="w" fact="0.4914"/>
          <dgm:constr type="t" for="ch" forName="imageaccent2" refType="h" fact="0.5583"/>
          <dgm:constr type="w" for="ch" forName="imageaccent2" refType="w" fact="0.022"/>
          <dgm:constr type="h" for="ch" forName="imageaccent2" refType="h" fact="0.0311"/>
          <dgm:constr type="l" for="ch" forName="textaccent3" refType="w" fact="0.2907"/>
          <dgm:constr type="t" for="ch" forName="textaccent3" refType="h" fact="0.1511"/>
          <dgm:constr type="w" for="ch" forName="textaccent3" refType="w" fact="0.022"/>
          <dgm:constr type="h" for="ch" forName="textaccent3" refType="h" fact="0.0311"/>
          <dgm:constr type="l" for="ch" forName="imageaccent3" refType="w" fact="0.3299"/>
          <dgm:constr type="t" for="ch" forName="imageaccent3" refType="h" fact="0.1175"/>
          <dgm:constr type="w" for="ch" forName="imageaccent3" refType="w" fact="0.022"/>
          <dgm:constr type="h" for="ch" forName="imageaccent3" refType="h" fact="0.0311"/>
          <dgm:constr type="l" for="ch" forName="textaccent4" refType="w" fact="0.65"/>
          <dgm:constr type="t" for="ch" forName="textaccent4" refType="h" fact="0.2645"/>
          <dgm:constr type="w" for="ch" forName="textaccent4" refType="w" fact="0.022"/>
          <dgm:constr type="h" for="ch" forName="textaccent4" refType="h" fact="0.0311"/>
          <dgm:constr type="l" for="ch" forName="imageaccent4" refType="w" fact="0.6859"/>
          <dgm:constr type="t" for="ch" forName="imageaccent4" refType="h" fact="0.3008"/>
          <dgm:constr type="w" for="ch" forName="imageaccent4" refType="w" fact="0.022"/>
          <dgm:constr type="h" for="ch" forName="imageaccent4" refType="h" fact="0.0311"/>
          <dgm:constr type="l" for="ch" forName="textaccent5" refType="w" fact="0.8123"/>
          <dgm:constr type="t" for="ch" forName="textaccent5" refType="h" fact="0.1217"/>
          <dgm:constr type="w" for="ch" forName="textaccent5" refType="w" fact="0.022"/>
          <dgm:constr type="h" for="ch" forName="textaccent5" refType="h" fact="0.0311"/>
          <dgm:constr type="l" for="ch" forName="imageaccent5" refType="w" fact="0.849"/>
          <dgm:constr type="t" for="ch" forName="imageaccent5" refType="h" fact="0.1567"/>
          <dgm:constr type="w" for="ch" forName="imageaccent5" refType="w" fact="0.022"/>
          <dgm:constr type="h" for="ch" forName="imageaccent5" refType="h" fact="0.0311"/>
          <dgm:constr type="l" for="ch" forName="image6" refType="w" fact="0.6491"/>
          <dgm:constr type="t" for="ch" forName="image6" refType="h" fact="0.5889"/>
          <dgm:constr type="w" for="ch" forName="image6" refType="w" fact="0.1886"/>
          <dgm:constr type="h" for="ch" forName="image6" refType="h" fact="0.2653"/>
          <dgm:constr type="l" for="ch" forName="text6" refType="w" fact="0.8114"/>
          <dgm:constr type="t" for="ch" forName="text6" refType="h" fact="0.4436"/>
          <dgm:constr type="w" for="ch" forName="text6" refType="w" fact="0.1886"/>
          <dgm:constr type="h" for="ch" forName="text6" refType="h" fact="0.2653"/>
          <dgm:constr type="l" for="ch" forName="imageaccent6" refType="w" fact="0.8138"/>
          <dgm:constr type="t" for="ch" forName="imageaccent6" refType="h" fact="0.7053"/>
          <dgm:constr type="w" for="ch" forName="imageaccent6" refType="w" fact="0.022"/>
          <dgm:constr type="h" for="ch" forName="imageaccent6" refType="h" fact="0.0311"/>
          <dgm:constr type="l" for="ch" forName="textaccent6" refType="w" fact="0.8488"/>
          <dgm:constr type="t" for="ch" forName="textaccent6" refType="h" fact="0.676"/>
          <dgm:constr type="w" for="ch" forName="textaccent6" refType="w" fact="0.022"/>
          <dgm:constr type="h" for="ch" forName="textaccent6" refType="h" fact="0.0311"/>
          <dgm:constr type="l" for="ch" forName="text7" refType="w" fact="0.3244"/>
          <dgm:constr type="t" for="ch" forName="text7" refType="h" fact="0.5872"/>
          <dgm:constr type="w" for="ch" forName="text7" refType="w" fact="0.1886"/>
          <dgm:constr type="h" for="ch" forName="text7" refType="h" fact="0.2653"/>
          <dgm:constr type="l" for="ch" forName="image7" refType="w" fact="0.1622"/>
          <dgm:constr type="t" for="ch" forName="image7" refType="h" fact="0.7347"/>
          <dgm:constr type="w" for="ch" forName="image7" refType="w" fact="0.1886"/>
          <dgm:constr type="h" for="ch" forName="image7" refType="h" fact="0.2653"/>
          <dgm:constr type="l" for="ch" forName="imageaccent7" refType="w" fact="0.2905"/>
          <dgm:constr type="t" for="ch" forName="imageaccent7" refType="h" fact="0.7384"/>
          <dgm:constr type="w" for="ch" forName="imageaccent7" refType="w" fact="0.022"/>
          <dgm:constr type="h" for="ch" forName="imageaccent7" refType="h" fact="0.0311"/>
          <dgm:constr type="l" for="ch" forName="textaccent7" refType="w" fact="0.3298"/>
          <dgm:constr type="t" for="ch" forName="textaccent7" refType="h" fact="0.7048"/>
          <dgm:constr type="w" for="ch" forName="textaccent7" refType="w" fact="0.022"/>
          <dgm:constr type="h" for="ch" forName="textaccent7" refType="h" fact="0.0311"/>
        </dgm:constrLst>
      </dgm:if>
      <dgm:if name="Name9" axis="ch" ptType="node" func="cnt" op="equ" val="8">
        <dgm:alg type="composite">
          <dgm:param type="ar" val="1.8974"/>
        </dgm:alg>
        <dgm:constrLst>
          <dgm:constr type="primFontSz" for="des" ptType="node" op="equ" val="65"/>
          <dgm:constr type="l" for="ch" forName="image4" refType="w" fact="0.5589"/>
          <dgm:constr type="t" for="ch" forName="image4" refType="h" fact="0.2952"/>
          <dgm:constr type="w" for="ch" forName="image4" refType="w" fact="0.1624"/>
          <dgm:constr type="h" for="ch" forName="image4" refType="h" fact="0.2645"/>
          <dgm:constr type="l" for="ch" forName="text5" refType="w" fact="0.5589"/>
          <dgm:constr type="t" for="ch" forName="text5" refType="h" fact="0.0028"/>
          <dgm:constr type="w" for="ch" forName="text5" refType="w" fact="0.1624"/>
          <dgm:constr type="h" for="ch" forName="text5" refType="h" fact="0.2645"/>
          <dgm:constr type="l" for="ch" forName="image5" refType="w" fact="0.6986"/>
          <dgm:constr type="t" for="ch" forName="image5" refType="h" fact="0.1504"/>
          <dgm:constr type="w" for="ch" forName="image5" refType="w" fact="0.1624"/>
          <dgm:constr type="h" for="ch" forName="image5" refType="h" fact="0.2645"/>
          <dgm:constr type="l" for="ch" forName="image2" refType="w" fact="0.4192"/>
          <dgm:constr type="t" for="ch" forName="image2" refType="h" fact="0.439"/>
          <dgm:constr type="w" for="ch" forName="image2" refType="w" fact="0.1624"/>
          <dgm:constr type="h" for="ch" forName="image2" refType="h" fact="0.2645"/>
          <dgm:constr type="l" for="ch" forName="text4" refType="w" fact="0.4192"/>
          <dgm:constr type="t" for="ch" forName="text4" refType="h" fact="0.1465"/>
          <dgm:constr type="w" for="ch" forName="text4" refType="w" fact="0.1624"/>
          <dgm:constr type="h" for="ch" forName="text4" refType="h" fact="0.2645"/>
          <dgm:constr type="l" for="ch" forName="text2" refType="w" fact="0.2794"/>
          <dgm:constr type="t" for="ch" forName="text2" refType="h" fact="0.2925"/>
          <dgm:constr type="w" for="ch" forName="text2" refType="w" fact="0.1624"/>
          <dgm:constr type="h" for="ch" forName="text2" refType="h" fact="0.2645"/>
          <dgm:constr type="l" for="ch" forName="image3" refType="w" fact="0.2794"/>
          <dgm:constr type="t" for="ch" forName="image3" refType="h" fact="0"/>
          <dgm:constr type="w" for="ch" forName="image3" refType="w" fact="0.1624"/>
          <dgm:constr type="h" for="ch" forName="image3" refType="h" fact="0.2645"/>
          <dgm:constr type="l" for="ch" forName="text1" refType="w" fact="0.1397"/>
          <dgm:constr type="t" for="ch" forName="text1" refType="h" fact="0.4395"/>
          <dgm:constr type="w" for="ch" forName="text1" refType="w" fact="0.1624"/>
          <dgm:constr type="h" for="ch" forName="text1" refType="h" fact="0.2645"/>
          <dgm:constr type="l" for="ch" forName="text3" refType="w" fact="0.1397"/>
          <dgm:constr type="t" for="ch" forName="text3" refType="h" fact="0.1471"/>
          <dgm:constr type="w" for="ch" forName="text3" refType="w" fact="0.1624"/>
          <dgm:constr type="h" for="ch" forName="text3" refType="h" fact="0.2645"/>
          <dgm:constr type="l" for="ch" forName="textaccent1" refType="w" fact="0.1436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4"/>
          <dgm:constr type="h" for="ch" forName="image1" refType="h" fact="0.2645"/>
          <dgm:constr type="l" for="ch" forName="imageaccent1" refType="w" fact="0.1112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2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31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2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41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6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5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93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1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9"/>
          <dgm:constr type="t" for="ch" forName="image6" refType="h" fact="0.5872"/>
          <dgm:constr type="w" for="ch" forName="image6" refType="w" fact="0.1624"/>
          <dgm:constr type="h" for="ch" forName="image6" refType="h" fact="0.2645"/>
          <dgm:constr type="l" for="ch" forName="text6" refType="w" fact="0.6986"/>
          <dgm:constr type="t" for="ch" forName="text6" refType="h" fact="0.4424"/>
          <dgm:constr type="w" for="ch" forName="text6" refType="w" fact="0.1624"/>
          <dgm:constr type="h" for="ch" forName="text6" refType="h" fact="0.2645"/>
          <dgm:constr type="l" for="ch" forName="imageaccent6" refType="w" fact="0.7007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8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3"/>
          <dgm:constr type="t" for="ch" forName="text7" refType="h" fact="0.5856"/>
          <dgm:constr type="w" for="ch" forName="text7" refType="w" fact="0.1624"/>
          <dgm:constr type="h" for="ch" forName="text7" refType="h" fact="0.2645"/>
          <dgm:constr type="l" for="ch" forName="image7" refType="w" fact="0.1396"/>
          <dgm:constr type="t" for="ch" forName="image7" refType="h" fact="0.7326"/>
          <dgm:constr type="w" for="ch" forName="image7" refType="w" fact="0.1624"/>
          <dgm:constr type="h" for="ch" forName="image7" refType="h" fact="0.2645"/>
          <dgm:constr type="l" for="ch" forName="imageaccent7" refType="w" fact="0.2501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4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9"/>
          <dgm:constr type="t" for="ch" forName="image8" refType="h" fact="0.7355"/>
          <dgm:constr type="w" for="ch" forName="image8" refType="w" fact="0.1624"/>
          <dgm:constr type="h" for="ch" forName="image8" refType="h" fact="0.2645"/>
          <dgm:constr type="l" for="ch" forName="text8" refType="w" fact="0.8376"/>
          <dgm:constr type="t" for="ch" forName="text8" refType="h" fact="0.5906"/>
          <dgm:constr type="w" for="ch" forName="text8" refType="w" fact="0.1624"/>
          <dgm:constr type="h" for="ch" forName="text8" refType="h" fact="0.2645"/>
          <dgm:constr type="l" for="ch" forName="imageaccent8" refType="w" fact="0.8397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8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</dgm:constrLst>
      </dgm:if>
      <dgm:if name="Name10" axis="ch" ptType="node" func="cnt" op="equ" val="9">
        <dgm:alg type="composite">
          <dgm:param type="ar" val="1.8986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952"/>
          <dgm:constr type="w" for="ch" forName="image4" refType="w" fact="0.1623"/>
          <dgm:constr type="h" for="ch" forName="image4" refType="h" fact="0.2645"/>
          <dgm:constr type="l" for="ch" forName="text5" refType="w" fact="0.5585"/>
          <dgm:constr type="t" for="ch" forName="text5" refType="h" fact="0.0028"/>
          <dgm:constr type="w" for="ch" forName="text5" refType="w" fact="0.1623"/>
          <dgm:constr type="h" for="ch" forName="text5" refType="h" fact="0.2645"/>
          <dgm:constr type="l" for="ch" forName="image5" refType="w" fact="0.6982"/>
          <dgm:constr type="t" for="ch" forName="image5" refType="h" fact="0.1504"/>
          <dgm:constr type="w" for="ch" forName="image5" refType="w" fact="0.1623"/>
          <dgm:constr type="h" for="ch" forName="image5" refType="h" fact="0.2645"/>
          <dgm:constr type="l" for="ch" forName="image2" refType="w" fact="0.4189"/>
          <dgm:constr type="t" for="ch" forName="image2" refType="h" fact="0.439"/>
          <dgm:constr type="w" for="ch" forName="image2" refType="w" fact="0.1623"/>
          <dgm:constr type="h" for="ch" forName="image2" refType="h" fact="0.2645"/>
          <dgm:constr type="l" for="ch" forName="text4" refType="w" fact="0.4189"/>
          <dgm:constr type="t" for="ch" forName="text4" refType="h" fact="0.1465"/>
          <dgm:constr type="w" for="ch" forName="text4" refType="w" fact="0.1623"/>
          <dgm:constr type="h" for="ch" forName="text4" refType="h" fact="0.2645"/>
          <dgm:constr type="l" for="ch" forName="text2" refType="w" fact="0.2793"/>
          <dgm:constr type="t" for="ch" forName="text2" refType="h" fact="0.2925"/>
          <dgm:constr type="w" for="ch" forName="text2" refType="w" fact="0.1623"/>
          <dgm:constr type="h" for="ch" forName="text2" refType="h" fact="0.2645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645"/>
          <dgm:constr type="l" for="ch" forName="text1" refType="w" fact="0.1396"/>
          <dgm:constr type="t" for="ch" forName="text1" refType="h" fact="0.4395"/>
          <dgm:constr type="w" for="ch" forName="text1" refType="w" fact="0.1623"/>
          <dgm:constr type="h" for="ch" forName="text1" refType="h" fact="0.2645"/>
          <dgm:constr type="l" for="ch" forName="text3" refType="w" fact="0.1396"/>
          <dgm:constr type="t" for="ch" forName="text3" refType="h" fact="0.1471"/>
          <dgm:constr type="w" for="ch" forName="text3" refType="w" fact="0.1623"/>
          <dgm:constr type="h" for="ch" forName="text3" refType="h" fact="0.2645"/>
          <dgm:constr type="l" for="ch" forName="textaccent1" refType="w" fact="0.1435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3"/>
          <dgm:constr type="h" for="ch" forName="image1" refType="h" fact="0.2645"/>
          <dgm:constr type="l" for="ch" forName="imageaccent1" refType="w" fact="0.1111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28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1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39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3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1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89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05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5"/>
          <dgm:constr type="t" for="ch" forName="image6" refType="h" fact="0.5872"/>
          <dgm:constr type="w" for="ch" forName="image6" refType="w" fact="0.1623"/>
          <dgm:constr type="h" for="ch" forName="image6" refType="h" fact="0.2645"/>
          <dgm:constr type="l" for="ch" forName="text6" refType="w" fact="0.6982"/>
          <dgm:constr type="t" for="ch" forName="text6" refType="h" fact="0.4424"/>
          <dgm:constr type="w" for="ch" forName="text6" refType="w" fact="0.1623"/>
          <dgm:constr type="h" for="ch" forName="text6" refType="h" fact="0.2645"/>
          <dgm:constr type="l" for="ch" forName="imageaccent6" refType="w" fact="0.7002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3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2"/>
          <dgm:constr type="t" for="ch" forName="text7" refType="h" fact="0.5856"/>
          <dgm:constr type="w" for="ch" forName="text7" refType="w" fact="0.1623"/>
          <dgm:constr type="h" for="ch" forName="text7" refType="h" fact="0.2645"/>
          <dgm:constr type="l" for="ch" forName="image7" refType="w" fact="0.1395"/>
          <dgm:constr type="t" for="ch" forName="image7" refType="h" fact="0.7326"/>
          <dgm:constr type="w" for="ch" forName="image7" refType="w" fact="0.1623"/>
          <dgm:constr type="h" for="ch" forName="image7" refType="h" fact="0.2645"/>
          <dgm:constr type="l" for="ch" forName="imageaccent7" refType="w" fact="0.25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38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5"/>
          <dgm:constr type="t" for="ch" forName="image8" refType="h" fact="0.7355"/>
          <dgm:constr type="w" for="ch" forName="image8" refType="w" fact="0.1623"/>
          <dgm:constr type="h" for="ch" forName="image8" refType="h" fact="0.2645"/>
          <dgm:constr type="l" for="ch" forName="text8" refType="w" fact="0.8371"/>
          <dgm:constr type="t" for="ch" forName="text8" refType="h" fact="0.5906"/>
          <dgm:constr type="w" for="ch" forName="text8" refType="w" fact="0.1623"/>
          <dgm:constr type="h" for="ch" forName="text8" refType="h" fact="0.2645"/>
          <dgm:constr type="l" for="ch" forName="imageaccent8" refType="w" fact="0.8392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3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  <dgm:constr type="l" for="ch" forName="text9" refType="w" fact="0.8377"/>
          <dgm:constr type="t" for="ch" forName="text9" refType="h" fact="0.0057"/>
          <dgm:constr type="w" for="ch" forName="text9" refType="w" fact="0.1623"/>
          <dgm:constr type="h" for="ch" forName="text9" refType="h" fact="0.2645"/>
          <dgm:constr type="l" for="ch" forName="textaccent9" refType="w" fact="0.95"/>
          <dgm:constr type="t" for="ch" forName="textaccent9" refType="h" fact="0.2383"/>
          <dgm:constr type="w" for="ch" forName="textaccent9" refType="w" fact="0.0189"/>
          <dgm:constr type="h" for="ch" forName="textaccent9" refType="h" fact="0.031"/>
          <dgm:constr type="l" for="ch" forName="image9" refType="w" fact="0.8377"/>
          <dgm:constr type="t" for="ch" forName="image9" refType="h" fact="0.2977"/>
          <dgm:constr type="w" for="ch" forName="image9" refType="w" fact="0.1623"/>
          <dgm:constr type="h" for="ch" forName="image9" refType="h" fact="0.2645"/>
          <dgm:constr type="l" for="ch" forName="imageaccent9" refType="w" fact="0.95"/>
          <dgm:constr type="t" for="ch" forName="imageaccent9" refType="h" fact="0.2993"/>
          <dgm:constr type="w" for="ch" forName="imageaccent9" refType="w" fact="0.0189"/>
          <dgm:constr type="h" for="ch" forName="imageaccent9" refType="h" fact="0.031"/>
        </dgm:constrLst>
      </dgm:if>
      <dgm:if name="Name11" axis="ch" ptType="node" func="cnt" op="equ" val="10">
        <dgm:alg type="composite">
          <dgm:param type="ar" val="1.6608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583"/>
          <dgm:constr type="w" for="ch" forName="image4" refType="w" fact="0.1623"/>
          <dgm:constr type="h" for="ch" forName="image4" refType="h" fact="0.2314"/>
          <dgm:constr type="l" for="ch" forName="text5" refType="w" fact="0.5585"/>
          <dgm:constr type="t" for="ch" forName="text5" refType="h" fact="0.0024"/>
          <dgm:constr type="w" for="ch" forName="text5" refType="w" fact="0.1623"/>
          <dgm:constr type="h" for="ch" forName="text5" refType="h" fact="0.2314"/>
          <dgm:constr type="l" for="ch" forName="image5" refType="w" fact="0.6982"/>
          <dgm:constr type="t" for="ch" forName="image5" refType="h" fact="0.1316"/>
          <dgm:constr type="w" for="ch" forName="image5" refType="w" fact="0.1623"/>
          <dgm:constr type="h" for="ch" forName="image5" refType="h" fact="0.2314"/>
          <dgm:constr type="l" for="ch" forName="image2" refType="w" fact="0.4189"/>
          <dgm:constr type="t" for="ch" forName="image2" refType="h" fact="0.384"/>
          <dgm:constr type="w" for="ch" forName="image2" refType="w" fact="0.1623"/>
          <dgm:constr type="h" for="ch" forName="image2" refType="h" fact="0.2314"/>
          <dgm:constr type="l" for="ch" forName="text4" refType="w" fact="0.4189"/>
          <dgm:constr type="t" for="ch" forName="text4" refType="h" fact="0.1282"/>
          <dgm:constr type="w" for="ch" forName="text4" refType="w" fact="0.1623"/>
          <dgm:constr type="h" for="ch" forName="text4" refType="h" fact="0.2314"/>
          <dgm:constr type="l" for="ch" forName="text2" refType="w" fact="0.2793"/>
          <dgm:constr type="t" for="ch" forName="text2" refType="h" fact="0.2558"/>
          <dgm:constr type="w" for="ch" forName="text2" refType="w" fact="0.1623"/>
          <dgm:constr type="h" for="ch" forName="text2" refType="h" fact="0.2314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314"/>
          <dgm:constr type="l" for="ch" forName="text1" refType="w" fact="0.1396"/>
          <dgm:constr type="t" for="ch" forName="text1" refType="h" fact="0.3845"/>
          <dgm:constr type="w" for="ch" forName="text1" refType="w" fact="0.1623"/>
          <dgm:constr type="h" for="ch" forName="text1" refType="h" fact="0.2314"/>
          <dgm:constr type="l" for="ch" forName="text3" refType="w" fact="0.1396"/>
          <dgm:constr type="t" for="ch" forName="text3" refType="h" fact="0.1286"/>
          <dgm:constr type="w" for="ch" forName="text3" refType="w" fact="0.1623"/>
          <dgm:constr type="h" for="ch" forName="text3" refType="h" fact="0.2314"/>
          <dgm:constr type="l" for="ch" forName="textaccent1" refType="w" fact="0.1435"/>
          <dgm:constr type="t" for="ch" forName="textaccent1" refType="h" fact="0.488"/>
          <dgm:constr type="w" for="ch" forName="textaccent1" refType="w" fact="0.0189"/>
          <dgm:constr type="h" for="ch" forName="textaccent1" refType="h" fact="0.0271"/>
          <dgm:constr type="l" for="ch" forName="image1" refType="w" fact="0"/>
          <dgm:constr type="t" for="ch" forName="image1" refType="h" fact="0.2566"/>
          <dgm:constr type="w" for="ch" forName="image1" refType="w" fact="0.1623"/>
          <dgm:constr type="h" for="ch" forName="image1" refType="h" fact="0.2314"/>
          <dgm:constr type="l" for="ch" forName="imageaccent1" refType="w" fact="0.1111"/>
          <dgm:constr type="t" for="ch" forName="imageaccent1" refType="h" fact="0.4572"/>
          <dgm:constr type="w" for="ch" forName="imageaccent1" refType="w" fact="0.0189"/>
          <dgm:constr type="h" for="ch" forName="imageaccent1" refType="h" fact="0.0271"/>
          <dgm:constr type="l" for="ch" forName="textaccent2" refType="w" fact="0.391"/>
          <dgm:constr type="t" for="ch" forName="textaccent2" refType="h" fact="0.456"/>
          <dgm:constr type="w" for="ch" forName="textaccent2" refType="w" fact="0.0189"/>
          <dgm:constr type="h" for="ch" forName="textaccent2" refType="h" fact="0.0271"/>
          <dgm:constr type="l" for="ch" forName="imageaccent2" refType="w" fact="0.4228"/>
          <dgm:constr type="t" for="ch" forName="imageaccent2" refType="h" fact="0.487"/>
          <dgm:constr type="w" for="ch" forName="imageaccent2" refType="w" fact="0.0189"/>
          <dgm:constr type="h" for="ch" forName="imageaccent2" refType="h" fact="0.0271"/>
          <dgm:constr type="l" for="ch" forName="textaccent3" refType="w" fact="0.2501"/>
          <dgm:constr type="t" for="ch" forName="textaccent3" refType="h" fact="0.1318"/>
          <dgm:constr type="w" for="ch" forName="textaccent3" refType="w" fact="0.0189"/>
          <dgm:constr type="h" for="ch" forName="textaccent3" refType="h" fact="0.0271"/>
          <dgm:constr type="l" for="ch" forName="imageaccent3" refType="w" fact="0.2839"/>
          <dgm:constr type="t" for="ch" forName="imageaccent3" refType="h" fact="0.1025"/>
          <dgm:constr type="w" for="ch" forName="imageaccent3" refType="w" fact="0.0189"/>
          <dgm:constr type="h" for="ch" forName="imageaccent3" refType="h" fact="0.0271"/>
          <dgm:constr type="l" for="ch" forName="textaccent4" refType="w" fact="0.5593"/>
          <dgm:constr type="t" for="ch" forName="textaccent4" refType="h" fact="0.2307"/>
          <dgm:constr type="w" for="ch" forName="textaccent4" refType="w" fact="0.0189"/>
          <dgm:constr type="h" for="ch" forName="textaccent4" refType="h" fact="0.0271"/>
          <dgm:constr type="l" for="ch" forName="imageaccent4" refType="w" fact="0.5901"/>
          <dgm:constr type="t" for="ch" forName="imageaccent4" refType="h" fact="0.2624"/>
          <dgm:constr type="w" for="ch" forName="imageaccent4" refType="w" fact="0.0189"/>
          <dgm:constr type="h" for="ch" forName="imageaccent4" refType="h" fact="0.0271"/>
          <dgm:constr type="l" for="ch" forName="textaccent5" refType="w" fact="0.6989"/>
          <dgm:constr type="t" for="ch" forName="textaccent5" refType="h" fact="0.1062"/>
          <dgm:constr type="w" for="ch" forName="textaccent5" refType="w" fact="0.0189"/>
          <dgm:constr type="h" for="ch" forName="textaccent5" refType="h" fact="0.0271"/>
          <dgm:constr type="l" for="ch" forName="imageaccent5" refType="w" fact="0.7305"/>
          <dgm:constr type="t" for="ch" forName="imageaccent5" refType="h" fact="0.1367"/>
          <dgm:constr type="w" for="ch" forName="imageaccent5" refType="w" fact="0.0189"/>
          <dgm:constr type="h" for="ch" forName="imageaccent5" refType="h" fact="0.0271"/>
          <dgm:constr type="l" for="ch" forName="image6" refType="w" fact="0.5585"/>
          <dgm:constr type="t" for="ch" forName="image6" refType="h" fact="0.5137"/>
          <dgm:constr type="w" for="ch" forName="image6" refType="w" fact="0.1623"/>
          <dgm:constr type="h" for="ch" forName="image6" refType="h" fact="0.2314"/>
          <dgm:constr type="l" for="ch" forName="text6" refType="w" fact="0.6982"/>
          <dgm:constr type="t" for="ch" forName="text6" refType="h" fact="0.387"/>
          <dgm:constr type="w" for="ch" forName="text6" refType="w" fact="0.1623"/>
          <dgm:constr type="h" for="ch" forName="text6" refType="h" fact="0.2314"/>
          <dgm:constr type="l" for="ch" forName="imageaccent6" refType="w" fact="0.7002"/>
          <dgm:constr type="t" for="ch" forName="imageaccent6" refType="h" fact="0.6152"/>
          <dgm:constr type="w" for="ch" forName="imageaccent6" refType="w" fact="0.0189"/>
          <dgm:constr type="h" for="ch" forName="imageaccent6" refType="h" fact="0.0271"/>
          <dgm:constr type="l" for="ch" forName="textaccent6" refType="w" fact="0.7303"/>
          <dgm:constr type="t" for="ch" forName="textaccent6" refType="h" fact="0.5897"/>
          <dgm:constr type="w" for="ch" forName="textaccent6" refType="w" fact="0.0189"/>
          <dgm:constr type="h" for="ch" forName="textaccent6" refType="h" fact="0.0271"/>
          <dgm:constr type="l" for="ch" forName="text7" refType="w" fact="0.2792"/>
          <dgm:constr type="t" for="ch" forName="text7" refType="h" fact="0.5122"/>
          <dgm:constr type="w" for="ch" forName="text7" refType="w" fact="0.1623"/>
          <dgm:constr type="h" for="ch" forName="text7" refType="h" fact="0.2314"/>
          <dgm:constr type="l" for="ch" forName="image7" refType="w" fact="0.1395"/>
          <dgm:constr type="t" for="ch" forName="image7" refType="h" fact="0.6409"/>
          <dgm:constr type="w" for="ch" forName="image7" refType="w" fact="0.1623"/>
          <dgm:constr type="h" for="ch" forName="image7" refType="h" fact="0.2314"/>
          <dgm:constr type="l" for="ch" forName="imageaccent7" refType="w" fact="0.25"/>
          <dgm:constr type="t" for="ch" forName="imageaccent7" refType="h" fact="0.6441"/>
          <dgm:constr type="w" for="ch" forName="imageaccent7" refType="w" fact="0.0189"/>
          <dgm:constr type="h" for="ch" forName="imageaccent7" refType="h" fact="0.0271"/>
          <dgm:constr type="l" for="ch" forName="textaccent7" refType="w" fact="0.2838"/>
          <dgm:constr type="t" for="ch" forName="textaccent7" refType="h" fact="0.6148"/>
          <dgm:constr type="w" for="ch" forName="textaccent7" refType="w" fact="0.0189"/>
          <dgm:constr type="h" for="ch" forName="textaccent7" refType="h" fact="0.0271"/>
          <dgm:constr type="l" for="ch" forName="image8" refType="w" fact="0.6975"/>
          <dgm:constr type="t" for="ch" forName="image8" refType="h" fact="0.6433"/>
          <dgm:constr type="w" for="ch" forName="image8" refType="w" fact="0.1623"/>
          <dgm:constr type="h" for="ch" forName="image8" refType="h" fact="0.2314"/>
          <dgm:constr type="l" for="ch" forName="text8" refType="w" fact="0.8371"/>
          <dgm:constr type="t" for="ch" forName="text8" refType="h" fact="0.5167"/>
          <dgm:constr type="w" for="ch" forName="text8" refType="w" fact="0.1623"/>
          <dgm:constr type="h" for="ch" forName="text8" refType="h" fact="0.2314"/>
          <dgm:constr type="l" for="ch" forName="imageaccent8" refType="w" fact="0.8392"/>
          <dgm:constr type="t" for="ch" forName="imageaccent8" refType="h" fact="0.7449"/>
          <dgm:constr type="w" for="ch" forName="imageaccent8" refType="w" fact="0.0189"/>
          <dgm:constr type="h" for="ch" forName="imageaccent8" refType="h" fact="0.0271"/>
          <dgm:constr type="l" for="ch" forName="textaccent8" refType="w" fact="0.8693"/>
          <dgm:constr type="t" for="ch" forName="textaccent8" refType="h" fact="0.7194"/>
          <dgm:constr type="w" for="ch" forName="textaccent8" refType="w" fact="0.0189"/>
          <dgm:constr type="h" for="ch" forName="textaccent8" refType="h" fact="0.0271"/>
          <dgm:constr type="l" for="ch" forName="text9" refType="w" fact="0.8377"/>
          <dgm:constr type="t" for="ch" forName="text9" refType="h" fact="0.005"/>
          <dgm:constr type="w" for="ch" forName="text9" refType="w" fact="0.1623"/>
          <dgm:constr type="h" for="ch" forName="text9" refType="h" fact="0.2314"/>
          <dgm:constr type="l" for="ch" forName="textaccent9" refType="w" fact="0.95"/>
          <dgm:constr type="t" for="ch" forName="textaccent9" refType="h" fact="0.2084"/>
          <dgm:constr type="w" for="ch" forName="textaccent9" refType="w" fact="0.0189"/>
          <dgm:constr type="h" for="ch" forName="textaccent9" refType="h" fact="0.0271"/>
          <dgm:constr type="l" for="ch" forName="image9" refType="w" fact="0.8377"/>
          <dgm:constr type="t" for="ch" forName="image9" refType="h" fact="0.2604"/>
          <dgm:constr type="w" for="ch" forName="image9" refType="w" fact="0.1623"/>
          <dgm:constr type="h" for="ch" forName="image9" refType="h" fact="0.2314"/>
          <dgm:constr type="l" for="ch" forName="imageaccent9" refType="w" fact="0.95"/>
          <dgm:constr type="t" for="ch" forName="imageaccent9" refType="h" fact="0.2618"/>
          <dgm:constr type="w" for="ch" forName="imageaccent9" refType="w" fact="0.0189"/>
          <dgm:constr type="h" for="ch" forName="imageaccent9" refType="h" fact="0.0271"/>
          <dgm:constr type="l" for="ch" forName="image10" refType="w" fact="0.2786"/>
          <dgm:constr type="t" for="ch" forName="image10" refType="h" fact="0.7686"/>
          <dgm:constr type="w" for="ch" forName="image10" refType="w" fact="0.1623"/>
          <dgm:constr type="h" for="ch" forName="image10" refType="h" fact="0.2314"/>
          <dgm:constr type="l" for="ch" forName="text10" refType="w" fact="0.4183"/>
          <dgm:constr type="t" for="ch" forName="text10" refType="h" fact="0.6419"/>
          <dgm:constr type="w" for="ch" forName="text10" refType="w" fact="0.1623"/>
          <dgm:constr type="h" for="ch" forName="text10" refType="h" fact="0.2314"/>
          <dgm:constr type="l" for="ch" forName="imageaccent10" refType="w" fact="0.4203"/>
          <dgm:constr type="t" for="ch" forName="imageaccent10" refType="h" fact="0.8701"/>
          <dgm:constr type="w" for="ch" forName="imageaccent10" refType="w" fact="0.0189"/>
          <dgm:constr type="h" for="ch" forName="imageaccent10" refType="h" fact="0.0271"/>
          <dgm:constr type="l" for="ch" forName="textaccent10" refType="w" fact="0.4504"/>
          <dgm:constr type="t" for="ch" forName="textaccent10" refType="h" fact="0.8446"/>
          <dgm:constr type="w" for="ch" forName="textaccent10" refType="w" fact="0.0189"/>
          <dgm:constr type="h" for="ch" forName="textaccent10" refType="h" fact="0.0271"/>
        </dgm:constrLst>
      </dgm:if>
      <dgm:if name="Name12" axis="ch" ptType="node" func="cnt" op="equ" val="11">
        <dgm:alg type="composite">
          <dgm:param type="ar" val="1.4704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287"/>
          <dgm:constr type="w" for="ch" forName="image4" refType="w" fact="0.1623"/>
          <dgm:constr type="h" for="ch" forName="image4" refType="h" fact="0.2049"/>
          <dgm:constr type="l" for="ch" forName="text5" refType="w" fact="0.5585"/>
          <dgm:constr type="t" for="ch" forName="text5" refType="h" fact="0.0022"/>
          <dgm:constr type="w" for="ch" forName="text5" refType="w" fact="0.1623"/>
          <dgm:constr type="h" for="ch" forName="text5" refType="h" fact="0.2049"/>
          <dgm:constr type="l" for="ch" forName="image5" refType="w" fact="0.6982"/>
          <dgm:constr type="t" for="ch" forName="image5" refType="h" fact="0.1165"/>
          <dgm:constr type="w" for="ch" forName="image5" refType="w" fact="0.1623"/>
          <dgm:constr type="h" for="ch" forName="image5" refType="h" fact="0.2049"/>
          <dgm:constr type="l" for="ch" forName="image2" refType="w" fact="0.4189"/>
          <dgm:constr type="t" for="ch" forName="image2" refType="h" fact="0.34"/>
          <dgm:constr type="w" for="ch" forName="image2" refType="w" fact="0.1623"/>
          <dgm:constr type="h" for="ch" forName="image2" refType="h" fact="0.2049"/>
          <dgm:constr type="l" for="ch" forName="text4" refType="w" fact="0.4189"/>
          <dgm:constr type="t" for="ch" forName="text4" refType="h" fact="0.1135"/>
          <dgm:constr type="w" for="ch" forName="text4" refType="w" fact="0.1623"/>
          <dgm:constr type="h" for="ch" forName="text4" refType="h" fact="0.2049"/>
          <dgm:constr type="l" for="ch" forName="text2" refType="w" fact="0.2793"/>
          <dgm:constr type="t" for="ch" forName="text2" refType="h" fact="0.2265"/>
          <dgm:constr type="w" for="ch" forName="text2" refType="w" fact="0.1623"/>
          <dgm:constr type="h" for="ch" forName="text2" refType="h" fact="0.2049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049"/>
          <dgm:constr type="l" for="ch" forName="text1" refType="w" fact="0.1396"/>
          <dgm:constr type="t" for="ch" forName="text1" refType="h" fact="0.3404"/>
          <dgm:constr type="w" for="ch" forName="text1" refType="w" fact="0.1623"/>
          <dgm:constr type="h" for="ch" forName="text1" refType="h" fact="0.2049"/>
          <dgm:constr type="l" for="ch" forName="text3" refType="w" fact="0.1396"/>
          <dgm:constr type="t" for="ch" forName="text3" refType="h" fact="0.1139"/>
          <dgm:constr type="w" for="ch" forName="text3" refType="w" fact="0.1623"/>
          <dgm:constr type="h" for="ch" forName="text3" refType="h" fact="0.2049"/>
          <dgm:constr type="l" for="ch" forName="textaccent1" refType="w" fact="0.1435"/>
          <dgm:constr type="t" for="ch" forName="textaccent1" refType="h" fact="0.432"/>
          <dgm:constr type="w" for="ch" forName="textaccent1" refType="w" fact="0.0189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623"/>
          <dgm:constr type="h" for="ch" forName="image1" refType="h" fact="0.2049"/>
          <dgm:constr type="l" for="ch" forName="imageaccent1" refType="w" fact="0.1111"/>
          <dgm:constr type="t" for="ch" forName="imageaccent1" refType="h" fact="0.4048"/>
          <dgm:constr type="w" for="ch" forName="imageaccent1" refType="w" fact="0.0189"/>
          <dgm:constr type="h" for="ch" forName="imageaccent1" refType="h" fact="0.024"/>
          <dgm:constr type="l" for="ch" forName="textaccent2" refType="w" fact="0.391"/>
          <dgm:constr type="t" for="ch" forName="textaccent2" refType="h" fact="0.4038"/>
          <dgm:constr type="w" for="ch" forName="textaccent2" refType="w" fact="0.0189"/>
          <dgm:constr type="h" for="ch" forName="textaccent2" refType="h" fact="0.024"/>
          <dgm:constr type="l" for="ch" forName="imageaccent2" refType="w" fact="0.4228"/>
          <dgm:constr type="t" for="ch" forName="imageaccent2" refType="h" fact="0.4312"/>
          <dgm:constr type="w" for="ch" forName="imageaccent2" refType="w" fact="0.0189"/>
          <dgm:constr type="h" for="ch" forName="imageaccent2" refType="h" fact="0.024"/>
          <dgm:constr type="l" for="ch" forName="textaccent3" refType="w" fact="0.2501"/>
          <dgm:constr type="t" for="ch" forName="textaccent3" refType="h" fact="0.1167"/>
          <dgm:constr type="w" for="ch" forName="textaccent3" refType="w" fact="0.0189"/>
          <dgm:constr type="h" for="ch" forName="textaccent3" refType="h" fact="0.024"/>
          <dgm:constr type="l" for="ch" forName="imageaccent3" refType="w" fact="0.2839"/>
          <dgm:constr type="t" for="ch" forName="imageaccent3" refType="h" fact="0.0908"/>
          <dgm:constr type="w" for="ch" forName="imageaccent3" refType="w" fact="0.0189"/>
          <dgm:constr type="h" for="ch" forName="imageaccent3" refType="h" fact="0.024"/>
          <dgm:constr type="l" for="ch" forName="textaccent4" refType="w" fact="0.5593"/>
          <dgm:constr type="t" for="ch" forName="textaccent4" refType="h" fact="0.2042"/>
          <dgm:constr type="w" for="ch" forName="textaccent4" refType="w" fact="0.0189"/>
          <dgm:constr type="h" for="ch" forName="textaccent4" refType="h" fact="0.024"/>
          <dgm:constr type="l" for="ch" forName="imageaccent4" refType="w" fact="0.5901"/>
          <dgm:constr type="t" for="ch" forName="imageaccent4" refType="h" fact="0.2323"/>
          <dgm:constr type="w" for="ch" forName="imageaccent4" refType="w" fact="0.0189"/>
          <dgm:constr type="h" for="ch" forName="imageaccent4" refType="h" fact="0.024"/>
          <dgm:constr type="l" for="ch" forName="textaccent5" refType="w" fact="0.6989"/>
          <dgm:constr type="t" for="ch" forName="textaccent5" refType="h" fact="0.094"/>
          <dgm:constr type="w" for="ch" forName="textaccent5" refType="w" fact="0.0189"/>
          <dgm:constr type="h" for="ch" forName="textaccent5" refType="h" fact="0.024"/>
          <dgm:constr type="l" for="ch" forName="imageaccent5" refType="w" fact="0.7305"/>
          <dgm:constr type="t" for="ch" forName="imageaccent5" refType="h" fact="0.121"/>
          <dgm:constr type="w" for="ch" forName="imageaccent5" refType="w" fact="0.0189"/>
          <dgm:constr type="h" for="ch" forName="imageaccent5" refType="h" fact="0.024"/>
          <dgm:constr type="l" for="ch" forName="image6" refType="w" fact="0.5585"/>
          <dgm:constr type="t" for="ch" forName="image6" refType="h" fact="0.4548"/>
          <dgm:constr type="w" for="ch" forName="image6" refType="w" fact="0.1623"/>
          <dgm:constr type="h" for="ch" forName="image6" refType="h" fact="0.2049"/>
          <dgm:constr type="l" for="ch" forName="text6" refType="w" fact="0.6982"/>
          <dgm:constr type="t" for="ch" forName="text6" refType="h" fact="0.3426"/>
          <dgm:constr type="w" for="ch" forName="text6" refType="w" fact="0.1623"/>
          <dgm:constr type="h" for="ch" forName="text6" refType="h" fact="0.2049"/>
          <dgm:constr type="l" for="ch" forName="imageaccent6" refType="w" fact="0.7002"/>
          <dgm:constr type="t" for="ch" forName="imageaccent6" refType="h" fact="0.5447"/>
          <dgm:constr type="w" for="ch" forName="imageaccent6" refType="w" fact="0.0189"/>
          <dgm:constr type="h" for="ch" forName="imageaccent6" refType="h" fact="0.024"/>
          <dgm:constr type="l" for="ch" forName="textaccent6" refType="w" fact="0.7303"/>
          <dgm:constr type="t" for="ch" forName="textaccent6" refType="h" fact="0.5221"/>
          <dgm:constr type="w" for="ch" forName="textaccent6" refType="w" fact="0.0189"/>
          <dgm:constr type="h" for="ch" forName="textaccent6" refType="h" fact="0.024"/>
          <dgm:constr type="l" for="ch" forName="text7" refType="w" fact="0.2792"/>
          <dgm:constr type="t" for="ch" forName="text7" refType="h" fact="0.4535"/>
          <dgm:constr type="w" for="ch" forName="text7" refType="w" fact="0.1623"/>
          <dgm:constr type="h" for="ch" forName="text7" refType="h" fact="0.2049"/>
          <dgm:constr type="l" for="ch" forName="image7" refType="w" fact="0.1395"/>
          <dgm:constr type="t" for="ch" forName="image7" refType="h" fact="0.5674"/>
          <dgm:constr type="w" for="ch" forName="image7" refType="w" fact="0.1623"/>
          <dgm:constr type="h" for="ch" forName="image7" refType="h" fact="0.2049"/>
          <dgm:constr type="l" for="ch" forName="imageaccent7" refType="w" fact="0.25"/>
          <dgm:constr type="t" for="ch" forName="imageaccent7" refType="h" fact="0.5703"/>
          <dgm:constr type="w" for="ch" forName="imageaccent7" refType="w" fact="0.0189"/>
          <dgm:constr type="h" for="ch" forName="imageaccent7" refType="h" fact="0.024"/>
          <dgm:constr type="l" for="ch" forName="textaccent7" refType="w" fact="0.2838"/>
          <dgm:constr type="t" for="ch" forName="textaccent7" refType="h" fact="0.5443"/>
          <dgm:constr type="w" for="ch" forName="textaccent7" refType="w" fact="0.0189"/>
          <dgm:constr type="h" for="ch" forName="textaccent7" refType="h" fact="0.024"/>
          <dgm:constr type="l" for="ch" forName="image8" refType="w" fact="0.6975"/>
          <dgm:constr type="t" for="ch" forName="image8" refType="h" fact="0.5696"/>
          <dgm:constr type="w" for="ch" forName="image8" refType="w" fact="0.1623"/>
          <dgm:constr type="h" for="ch" forName="image8" refType="h" fact="0.2049"/>
          <dgm:constr type="l" for="ch" forName="text8" refType="w" fact="0.8371"/>
          <dgm:constr type="t" for="ch" forName="text8" refType="h" fact="0.4574"/>
          <dgm:constr type="w" for="ch" forName="text8" refType="w" fact="0.1623"/>
          <dgm:constr type="h" for="ch" forName="text8" refType="h" fact="0.2049"/>
          <dgm:constr type="l" for="ch" forName="imageaccent8" refType="w" fact="0.8392"/>
          <dgm:constr type="t" for="ch" forName="imageaccent8" refType="h" fact="0.6595"/>
          <dgm:constr type="w" for="ch" forName="imageaccent8" refType="w" fact="0.0189"/>
          <dgm:constr type="h" for="ch" forName="imageaccent8" refType="h" fact="0.024"/>
          <dgm:constr type="l" for="ch" forName="textaccent8" refType="w" fact="0.8693"/>
          <dgm:constr type="t" for="ch" forName="textaccent8" refType="h" fact="0.6369"/>
          <dgm:constr type="w" for="ch" forName="textaccent8" refType="w" fact="0.0189"/>
          <dgm:constr type="h" for="ch" forName="textaccent8" refType="h" fact="0.024"/>
          <dgm:constr type="l" for="ch" forName="text9" refType="w" fact="0.8377"/>
          <dgm:constr type="t" for="ch" forName="text9" refType="h" fact="0.0044"/>
          <dgm:constr type="w" for="ch" forName="text9" refType="w" fact="0.1623"/>
          <dgm:constr type="h" for="ch" forName="text9" refType="h" fact="0.2049"/>
          <dgm:constr type="l" for="ch" forName="textaccent9" refType="w" fact="0.95"/>
          <dgm:constr type="t" for="ch" forName="textaccent9" refType="h" fact="0.1846"/>
          <dgm:constr type="w" for="ch" forName="textaccent9" refType="w" fact="0.0189"/>
          <dgm:constr type="h" for="ch" forName="textaccent9" refType="h" fact="0.024"/>
          <dgm:constr type="l" for="ch" forName="image9" refType="w" fact="0.8377"/>
          <dgm:constr type="t" for="ch" forName="image9" refType="h" fact="0.2306"/>
          <dgm:constr type="w" for="ch" forName="image9" refType="w" fact="0.1623"/>
          <dgm:constr type="h" for="ch" forName="image9" refType="h" fact="0.2049"/>
          <dgm:constr type="l" for="ch" forName="imageaccent9" refType="w" fact="0.95"/>
          <dgm:constr type="t" for="ch" forName="imageaccent9" refType="h" fact="0.2318"/>
          <dgm:constr type="w" for="ch" forName="imageaccent9" refType="w" fact="0.0189"/>
          <dgm:constr type="h" for="ch" forName="imageaccent9" refType="h" fact="0.024"/>
          <dgm:constr type="l" for="ch" forName="image10" refType="w" fact="0.2786"/>
          <dgm:constr type="t" for="ch" forName="image10" refType="h" fact="0.6805"/>
          <dgm:constr type="w" for="ch" forName="image10" refType="w" fact="0.1623"/>
          <dgm:constr type="h" for="ch" forName="image10" refType="h" fact="0.2049"/>
          <dgm:constr type="l" for="ch" forName="text10" refType="w" fact="0.4183"/>
          <dgm:constr type="t" for="ch" forName="text10" refType="h" fact="0.5683"/>
          <dgm:constr type="w" for="ch" forName="text10" refType="w" fact="0.1623"/>
          <dgm:constr type="h" for="ch" forName="text10" refType="h" fact="0.2049"/>
          <dgm:constr type="l" for="ch" forName="imageaccent10" refType="w" fact="0.4203"/>
          <dgm:constr type="t" for="ch" forName="imageaccent10" refType="h" fact="0.7704"/>
          <dgm:constr type="w" for="ch" forName="imageaccent10" refType="w" fact="0.0189"/>
          <dgm:constr type="h" for="ch" forName="imageaccent10" refType="h" fact="0.024"/>
          <dgm:constr type="l" for="ch" forName="textaccent10" refType="w" fact="0.4504"/>
          <dgm:constr type="t" for="ch" forName="textaccent10" refType="h" fact="0.7478"/>
          <dgm:constr type="w" for="ch" forName="textaccent10" refType="w" fact="0.0189"/>
          <dgm:constr type="h" for="ch" forName="textaccent10" refType="h" fact="0.024"/>
          <dgm:constr type="l" for="ch" forName="text11" refType="w" fact="0.6971"/>
          <dgm:constr type="t" for="ch" forName="text11" refType="h" fact="0.7951"/>
          <dgm:constr type="w" for="ch" forName="text11" refType="w" fact="0.1623"/>
          <dgm:constr type="h" for="ch" forName="text11" refType="h" fact="0.2049"/>
          <dgm:constr type="l" for="ch" forName="image11" refType="w" fact="0.5575"/>
          <dgm:constr type="t" for="ch" forName="image11" refType="h" fact="0.6816"/>
          <dgm:constr type="w" for="ch" forName="image11" refType="w" fact="0.1623"/>
          <dgm:constr type="h" for="ch" forName="image11" refType="h" fact="0.2049"/>
          <dgm:constr type="l" for="ch" forName="imageaccent11" refType="w" fact="0.6692"/>
          <dgm:constr type="t" for="ch" forName="imageaccent11" refType="h" fact="0.8589"/>
          <dgm:constr type="w" for="ch" forName="imageaccent11" refType="w" fact="0.0189"/>
          <dgm:constr type="h" for="ch" forName="imageaccent11" refType="h" fact="0.024"/>
          <dgm:constr type="l" for="ch" forName="textaccent11" refType="w" fact="0.701"/>
          <dgm:constr type="t" for="ch" forName="textaccent11" refType="h" fact="0.8863"/>
          <dgm:constr type="w" for="ch" forName="textaccent11" refType="w" fact="0.0189"/>
          <dgm:constr type="h" for="ch" forName="textaccent11" refType="h" fact="0.024"/>
        </dgm:constrLst>
      </dgm:if>
      <dgm:else name="Name13">
        <dgm:alg type="composite">
          <dgm:param type="ar" val="1.675"/>
        </dgm:alg>
        <dgm:constrLst>
          <dgm:constr type="primFontSz" for="des" ptType="node" op="equ" val="65"/>
          <dgm:constr type="l" for="ch" forName="image4" refType="w" fact="0.4903"/>
          <dgm:constr type="t" for="ch" forName="image4" refType="h" fact="0.2287"/>
          <dgm:constr type="w" for="ch" forName="image4" refType="w" fact="0.1425"/>
          <dgm:constr type="h" for="ch" forName="image4" refType="h" fact="0.2049"/>
          <dgm:constr type="l" for="ch" forName="text5" refType="w" fact="0.4903"/>
          <dgm:constr type="t" for="ch" forName="text5" refType="h" fact="0.0022"/>
          <dgm:constr type="w" for="ch" forName="text5" refType="w" fact="0.1425"/>
          <dgm:constr type="h" for="ch" forName="text5" refType="h" fact="0.2049"/>
          <dgm:constr type="l" for="ch" forName="image5" refType="w" fact="0.6129"/>
          <dgm:constr type="t" for="ch" forName="image5" refType="h" fact="0.1165"/>
          <dgm:constr type="w" for="ch" forName="image5" refType="w" fact="0.1425"/>
          <dgm:constr type="h" for="ch" forName="image5" refType="h" fact="0.2049"/>
          <dgm:constr type="l" for="ch" forName="image2" refType="w" fact="0.3677"/>
          <dgm:constr type="t" for="ch" forName="image2" refType="h" fact="0.34"/>
          <dgm:constr type="w" for="ch" forName="image2" refType="w" fact="0.1425"/>
          <dgm:constr type="h" for="ch" forName="image2" refType="h" fact="0.2049"/>
          <dgm:constr type="l" for="ch" forName="text4" refType="w" fact="0.3677"/>
          <dgm:constr type="t" for="ch" forName="text4" refType="h" fact="0.1135"/>
          <dgm:constr type="w" for="ch" forName="text4" refType="w" fact="0.1425"/>
          <dgm:constr type="h" for="ch" forName="text4" refType="h" fact="0.2049"/>
          <dgm:constr type="l" for="ch" forName="text2" refType="w" fact="0.2452"/>
          <dgm:constr type="t" for="ch" forName="text2" refType="h" fact="0.2265"/>
          <dgm:constr type="w" for="ch" forName="text2" refType="w" fact="0.1425"/>
          <dgm:constr type="h" for="ch" forName="text2" refType="h" fact="0.2049"/>
          <dgm:constr type="l" for="ch" forName="image3" refType="w" fact="0.2452"/>
          <dgm:constr type="t" for="ch" forName="image3" refType="h" fact="0"/>
          <dgm:constr type="w" for="ch" forName="image3" refType="w" fact="0.1425"/>
          <dgm:constr type="h" for="ch" forName="image3" refType="h" fact="0.2049"/>
          <dgm:constr type="l" for="ch" forName="text1" refType="w" fact="0.1226"/>
          <dgm:constr type="t" for="ch" forName="text1" refType="h" fact="0.3404"/>
          <dgm:constr type="w" for="ch" forName="text1" refType="w" fact="0.1425"/>
          <dgm:constr type="h" for="ch" forName="text1" refType="h" fact="0.2049"/>
          <dgm:constr type="l" for="ch" forName="text3" refType="w" fact="0.1226"/>
          <dgm:constr type="t" for="ch" forName="text3" refType="h" fact="0.1139"/>
          <dgm:constr type="w" for="ch" forName="text3" refType="w" fact="0.1425"/>
          <dgm:constr type="h" for="ch" forName="text3" refType="h" fact="0.2049"/>
          <dgm:constr type="l" for="ch" forName="textaccent1" refType="w" fact="0.126"/>
          <dgm:constr type="t" for="ch" forName="textaccent1" refType="h" fact="0.432"/>
          <dgm:constr type="w" for="ch" forName="textaccent1" refType="w" fact="0.0166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425"/>
          <dgm:constr type="h" for="ch" forName="image1" refType="h" fact="0.2049"/>
          <dgm:constr type="l" for="ch" forName="imageaccent1" refType="w" fact="0.0976"/>
          <dgm:constr type="t" for="ch" forName="imageaccent1" refType="h" fact="0.4048"/>
          <dgm:constr type="w" for="ch" forName="imageaccent1" refType="w" fact="0.0166"/>
          <dgm:constr type="h" for="ch" forName="imageaccent1" refType="h" fact="0.024"/>
          <dgm:constr type="l" for="ch" forName="textaccent2" refType="w" fact="0.3432"/>
          <dgm:constr type="t" for="ch" forName="textaccent2" refType="h" fact="0.4038"/>
          <dgm:constr type="w" for="ch" forName="textaccent2" refType="w" fact="0.0166"/>
          <dgm:constr type="h" for="ch" forName="textaccent2" refType="h" fact="0.024"/>
          <dgm:constr type="l" for="ch" forName="imageaccent2" refType="w" fact="0.3712"/>
          <dgm:constr type="t" for="ch" forName="imageaccent2" refType="h" fact="0.4312"/>
          <dgm:constr type="w" for="ch" forName="imageaccent2" refType="w" fact="0.0166"/>
          <dgm:constr type="h" for="ch" forName="imageaccent2" refType="h" fact="0.024"/>
          <dgm:constr type="l" for="ch" forName="textaccent3" refType="w" fact="0.2196"/>
          <dgm:constr type="t" for="ch" forName="textaccent3" refType="h" fact="0.1167"/>
          <dgm:constr type="w" for="ch" forName="textaccent3" refType="w" fact="0.0166"/>
          <dgm:constr type="h" for="ch" forName="textaccent3" refType="h" fact="0.024"/>
          <dgm:constr type="l" for="ch" forName="imageaccent3" refType="w" fact="0.2492"/>
          <dgm:constr type="t" for="ch" forName="imageaccent3" refType="h" fact="0.0908"/>
          <dgm:constr type="w" for="ch" forName="imageaccent3" refType="w" fact="0.0166"/>
          <dgm:constr type="h" for="ch" forName="imageaccent3" refType="h" fact="0.024"/>
          <dgm:constr type="l" for="ch" forName="textaccent4" refType="w" fact="0.491"/>
          <dgm:constr type="t" for="ch" forName="textaccent4" refType="h" fact="0.2042"/>
          <dgm:constr type="w" for="ch" forName="textaccent4" refType="w" fact="0.0166"/>
          <dgm:constr type="h" for="ch" forName="textaccent4" refType="h" fact="0.024"/>
          <dgm:constr type="l" for="ch" forName="imageaccent4" refType="w" fact="0.5181"/>
          <dgm:constr type="t" for="ch" forName="imageaccent4" refType="h" fact="0.2323"/>
          <dgm:constr type="w" for="ch" forName="imageaccent4" refType="w" fact="0.0166"/>
          <dgm:constr type="h" for="ch" forName="imageaccent4" refType="h" fact="0.024"/>
          <dgm:constr type="l" for="ch" forName="textaccent5" refType="w" fact="0.6136"/>
          <dgm:constr type="t" for="ch" forName="textaccent5" refType="h" fact="0.094"/>
          <dgm:constr type="w" for="ch" forName="textaccent5" refType="w" fact="0.0166"/>
          <dgm:constr type="h" for="ch" forName="textaccent5" refType="h" fact="0.024"/>
          <dgm:constr type="l" for="ch" forName="imageaccent5" refType="w" fact="0.6413"/>
          <dgm:constr type="t" for="ch" forName="imageaccent5" refType="h" fact="0.121"/>
          <dgm:constr type="w" for="ch" forName="imageaccent5" refType="w" fact="0.0166"/>
          <dgm:constr type="h" for="ch" forName="imageaccent5" refType="h" fact="0.024"/>
          <dgm:constr type="l" for="ch" forName="image6" refType="w" fact="0.4903"/>
          <dgm:constr type="t" for="ch" forName="image6" refType="h" fact="0.4548"/>
          <dgm:constr type="w" for="ch" forName="image6" refType="w" fact="0.1425"/>
          <dgm:constr type="h" for="ch" forName="image6" refType="h" fact="0.2049"/>
          <dgm:constr type="l" for="ch" forName="text6" refType="w" fact="0.6129"/>
          <dgm:constr type="t" for="ch" forName="text6" refType="h" fact="0.3426"/>
          <dgm:constr type="w" for="ch" forName="text6" refType="w" fact="0.1425"/>
          <dgm:constr type="h" for="ch" forName="text6" refType="h" fact="0.2049"/>
          <dgm:constr type="l" for="ch" forName="imageaccent6" refType="w" fact="0.6147"/>
          <dgm:constr type="t" for="ch" forName="imageaccent6" refType="h" fact="0.5447"/>
          <dgm:constr type="w" for="ch" forName="imageaccent6" refType="w" fact="0.0166"/>
          <dgm:constr type="h" for="ch" forName="imageaccent6" refType="h" fact="0.024"/>
          <dgm:constr type="l" for="ch" forName="textaccent6" refType="w" fact="0.6411"/>
          <dgm:constr type="t" for="ch" forName="textaccent6" refType="h" fact="0.5221"/>
          <dgm:constr type="w" for="ch" forName="textaccent6" refType="w" fact="0.0166"/>
          <dgm:constr type="h" for="ch" forName="textaccent6" refType="h" fact="0.024"/>
          <dgm:constr type="l" for="ch" forName="text7" refType="w" fact="0.2451"/>
          <dgm:constr type="t" for="ch" forName="text7" refType="h" fact="0.4535"/>
          <dgm:constr type="w" for="ch" forName="text7" refType="w" fact="0.1425"/>
          <dgm:constr type="h" for="ch" forName="text7" refType="h" fact="0.2049"/>
          <dgm:constr type="l" for="ch" forName="image7" refType="w" fact="0.1225"/>
          <dgm:constr type="t" for="ch" forName="image7" refType="h" fact="0.5674"/>
          <dgm:constr type="w" for="ch" forName="image7" refType="w" fact="0.1425"/>
          <dgm:constr type="h" for="ch" forName="image7" refType="h" fact="0.2049"/>
          <dgm:constr type="l" for="ch" forName="imageaccent7" refType="w" fact="0.2195"/>
          <dgm:constr type="t" for="ch" forName="imageaccent7" refType="h" fact="0.5703"/>
          <dgm:constr type="w" for="ch" forName="imageaccent7" refType="w" fact="0.0166"/>
          <dgm:constr type="h" for="ch" forName="imageaccent7" refType="h" fact="0.024"/>
          <dgm:constr type="l" for="ch" forName="textaccent7" refType="w" fact="0.2491"/>
          <dgm:constr type="t" for="ch" forName="textaccent7" refType="h" fact="0.5443"/>
          <dgm:constr type="w" for="ch" forName="textaccent7" refType="w" fact="0.0166"/>
          <dgm:constr type="h" for="ch" forName="textaccent7" refType="h" fact="0.024"/>
          <dgm:constr type="l" for="ch" forName="image8" refType="w" fact="0.6123"/>
          <dgm:constr type="t" for="ch" forName="image8" refType="h" fact="0.5696"/>
          <dgm:constr type="w" for="ch" forName="image8" refType="w" fact="0.1425"/>
          <dgm:constr type="h" for="ch" forName="image8" refType="h" fact="0.2049"/>
          <dgm:constr type="l" for="ch" forName="text8" refType="w" fact="0.7349"/>
          <dgm:constr type="t" for="ch" forName="text8" refType="h" fact="0.4574"/>
          <dgm:constr type="w" for="ch" forName="text8" refType="w" fact="0.1425"/>
          <dgm:constr type="h" for="ch" forName="text8" refType="h" fact="0.2049"/>
          <dgm:constr type="l" for="ch" forName="imageaccent8" refType="w" fact="0.7367"/>
          <dgm:constr type="t" for="ch" forName="imageaccent8" refType="h" fact="0.6595"/>
          <dgm:constr type="w" for="ch" forName="imageaccent8" refType="w" fact="0.0166"/>
          <dgm:constr type="h" for="ch" forName="imageaccent8" refType="h" fact="0.024"/>
          <dgm:constr type="l" for="ch" forName="textaccent8" refType="w" fact="0.7631"/>
          <dgm:constr type="t" for="ch" forName="textaccent8" refType="h" fact="0.6369"/>
          <dgm:constr type="w" for="ch" forName="textaccent8" refType="w" fact="0.0166"/>
          <dgm:constr type="h" for="ch" forName="textaccent8" refType="h" fact="0.024"/>
          <dgm:constr type="l" for="ch" forName="text9" refType="w" fact="0.7354"/>
          <dgm:constr type="t" for="ch" forName="text9" refType="h" fact="0.0044"/>
          <dgm:constr type="w" for="ch" forName="text9" refType="w" fact="0.1425"/>
          <dgm:constr type="h" for="ch" forName="text9" refType="h" fact="0.2049"/>
          <dgm:constr type="l" for="ch" forName="textaccent9" refType="w" fact="0.8339"/>
          <dgm:constr type="t" for="ch" forName="textaccent9" refType="h" fact="0.1846"/>
          <dgm:constr type="w" for="ch" forName="textaccent9" refType="w" fact="0.0166"/>
          <dgm:constr type="h" for="ch" forName="textaccent9" refType="h" fact="0.024"/>
          <dgm:constr type="l" for="ch" forName="image9" refType="w" fact="0.7354"/>
          <dgm:constr type="t" for="ch" forName="image9" refType="h" fact="0.2306"/>
          <dgm:constr type="w" for="ch" forName="image9" refType="w" fact="0.1425"/>
          <dgm:constr type="h" for="ch" forName="image9" refType="h" fact="0.2049"/>
          <dgm:constr type="l" for="ch" forName="imageaccent9" refType="w" fact="0.8339"/>
          <dgm:constr type="t" for="ch" forName="imageaccent9" refType="h" fact="0.2318"/>
          <dgm:constr type="w" for="ch" forName="imageaccent9" refType="w" fact="0.0166"/>
          <dgm:constr type="h" for="ch" forName="imageaccent9" refType="h" fact="0.024"/>
          <dgm:constr type="l" for="ch" forName="image10" refType="w" fact="0.2446"/>
          <dgm:constr type="t" for="ch" forName="image10" refType="h" fact="0.6805"/>
          <dgm:constr type="w" for="ch" forName="image10" refType="w" fact="0.1425"/>
          <dgm:constr type="h" for="ch" forName="image10" refType="h" fact="0.2049"/>
          <dgm:constr type="l" for="ch" forName="text10" refType="w" fact="0.3672"/>
          <dgm:constr type="t" for="ch" forName="text10" refType="h" fact="0.5683"/>
          <dgm:constr type="w" for="ch" forName="text10" refType="w" fact="0.1425"/>
          <dgm:constr type="h" for="ch" forName="text10" refType="h" fact="0.2049"/>
          <dgm:constr type="l" for="ch" forName="imageaccent10" refType="w" fact="0.369"/>
          <dgm:constr type="t" for="ch" forName="imageaccent10" refType="h" fact="0.7704"/>
          <dgm:constr type="w" for="ch" forName="imageaccent10" refType="w" fact="0.0166"/>
          <dgm:constr type="h" for="ch" forName="imageaccent10" refType="h" fact="0.024"/>
          <dgm:constr type="l" for="ch" forName="textaccent10" refType="w" fact="0.3954"/>
          <dgm:constr type="t" for="ch" forName="textaccent10" refType="h" fact="0.7478"/>
          <dgm:constr type="w" for="ch" forName="textaccent10" refType="w" fact="0.0166"/>
          <dgm:constr type="h" for="ch" forName="textaccent10" refType="h" fact="0.024"/>
          <dgm:constr type="l" for="ch" forName="text11" refType="w" fact="0.612"/>
          <dgm:constr type="t" for="ch" forName="text11" refType="h" fact="0.7951"/>
          <dgm:constr type="w" for="ch" forName="text11" refType="w" fact="0.1425"/>
          <dgm:constr type="h" for="ch" forName="text11" refType="h" fact="0.2049"/>
          <dgm:constr type="l" for="ch" forName="image11" refType="w" fact="0.4894"/>
          <dgm:constr type="t" for="ch" forName="image11" refType="h" fact="0.6816"/>
          <dgm:constr type="w" for="ch" forName="image11" refType="w" fact="0.1425"/>
          <dgm:constr type="h" for="ch" forName="image11" refType="h" fact="0.2049"/>
          <dgm:constr type="l" for="ch" forName="imageaccent11" refType="w" fact="0.5874"/>
          <dgm:constr type="t" for="ch" forName="imageaccent11" refType="h" fact="0.8589"/>
          <dgm:constr type="w" for="ch" forName="imageaccent11" refType="w" fact="0.0166"/>
          <dgm:constr type="h" for="ch" forName="imageaccent11" refType="h" fact="0.024"/>
          <dgm:constr type="l" for="ch" forName="textaccent11" refType="w" fact="0.6154"/>
          <dgm:constr type="t" for="ch" forName="textaccent11" refType="h" fact="0.8863"/>
          <dgm:constr type="w" for="ch" forName="textaccent11" refType="w" fact="0.0166"/>
          <dgm:constr type="h" for="ch" forName="textaccent11" refType="h" fact="0.024"/>
          <dgm:constr type="l" for="ch" forName="text12" refType="w" fact="0.735"/>
          <dgm:constr type="t" for="ch" forName="text12" refType="h" fact="0.684"/>
          <dgm:constr type="w" for="ch" forName="text12" refType="w" fact="0.1425"/>
          <dgm:constr type="h" for="ch" forName="text12" refType="h" fact="0.2049"/>
          <dgm:constr type="l" for="ch" forName="image12" refType="w" fact="0.8575"/>
          <dgm:constr type="t" for="ch" forName="image12" refType="h" fact="0.5718"/>
          <dgm:constr type="w" for="ch" forName="image12" refType="w" fact="0.1425"/>
          <dgm:constr type="h" for="ch" forName="image12" refType="h" fact="0.2049"/>
          <dgm:constr type="l" for="ch" forName="textaccent12" refType="w" fact="0.8594"/>
          <dgm:constr type="t" for="ch" forName="textaccent12" refType="h" fact="0.7739"/>
          <dgm:constr type="w" for="ch" forName="textaccent12" refType="w" fact="0.0166"/>
          <dgm:constr type="h" for="ch" forName="textaccent12" refType="h" fact="0.024"/>
          <dgm:constr type="l" for="ch" forName="imageaccent12" refType="w" fact="0.8858"/>
          <dgm:constr type="t" for="ch" forName="imageaccent12" refType="h" fact="0.7513"/>
          <dgm:constr type="w" for="ch" forName="imageaccent12" refType="w" fact="0.0166"/>
          <dgm:constr type="h" for="ch" forName="imageaccent12" refType="h" fact="0.024"/>
        </dgm:constrLst>
      </dgm:else>
    </dgm:choose>
    <dgm:forEach name="wrapper" axis="self" ptType="parTrans">
      <dgm:forEach name="wrapper2" axis="self" ptType="sibTrans" st="2">
        <dgm:forEach name="textRepeat" axis="self">
          <dgm:layoutNode name="textRepeatNode" styleLbl="alignNode1">
            <dgm:varLst>
              <dgm:chMax val="0"/>
              <dgm:chPref val="0"/>
              <dgm:bulletEnabled val="1"/>
            </dgm:varLst>
            <dgm:alg type="tx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.1"/>
              <dgm:constr type="bMarg" refType="primFontSz" fact="0.1"/>
            </dgm:constrLst>
            <dgm:ruleLst>
              <dgm:rule type="primFontSz" val="5" fact="NaN" max="NaN"/>
            </dgm:ruleLst>
          </dgm:layoutNode>
        </dgm:forEach>
        <dgm:forEach name="accentRepeat" axis="self">
          <dgm:layoutNode name="accentRepeatNode" styleLbl="solidAlignAcc1">
            <dgm:alg type="sp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/>
          </dgm:layoutNode>
        </dgm:forEach>
        <dgm:forEach name="imageRepeat" axis="self">
          <dgm:layoutNode name="imageRepeatNode" styleLbl="alignAcc1">
            <dgm:alg type="sp"/>
            <dgm:shape xmlns:r="http://schemas.openxmlformats.org/officeDocument/2006/relationships" type="hexagon" r:blip="" blipPhldr="1">
              <dgm:adjLst>
                <dgm:adj idx="1" val="0.25"/>
                <dgm:adj idx="2" val="1.1547"/>
              </dgm:adjLst>
            </dgm:shape>
            <dgm:presOf axis="self"/>
          </dgm:layoutNode>
        </dgm:forEach>
      </dgm:forEach>
    </dgm:forEach>
    <dgm:forEach name="Name14" axis="ch" ptType="node" cnt="1">
      <dgm:layoutNode name="text1">
        <dgm:alg type="sp"/>
        <dgm:shape xmlns:r="http://schemas.openxmlformats.org/officeDocument/2006/relationships" r:blip="">
          <dgm:adjLst/>
        </dgm:shape>
        <dgm:presOf/>
        <dgm:constrLst/>
        <dgm:forEach name="Name15" ref="textRepeat"/>
      </dgm:layoutNode>
      <dgm:layoutNode name="textaccent1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"/>
      </dgm:layoutNode>
    </dgm:forEach>
    <dgm:forEach name="Name17" axis="ch" ptType="sibTrans" hideLastTrans="0" cnt="1">
      <dgm:layoutNode name="image1">
        <dgm:alg type="sp"/>
        <dgm:shape xmlns:r="http://schemas.openxmlformats.org/officeDocument/2006/relationships" r:blip="">
          <dgm:adjLst/>
        </dgm:shape>
        <dgm:presOf/>
        <dgm:constrLst/>
        <dgm:forEach name="Name18" ref="imageRepeat"/>
      </dgm:layoutNode>
      <dgm:layoutNode name="imageaccent1">
        <dgm:alg type="sp"/>
        <dgm:shape xmlns:r="http://schemas.openxmlformats.org/officeDocument/2006/relationships" r:blip="">
          <dgm:adjLst/>
        </dgm:shape>
        <dgm:presOf/>
        <dgm:constrLst/>
        <dgm:forEach name="Name19" ref="accentRepeat"/>
      </dgm:layoutNode>
    </dgm:forEach>
    <dgm:forEach name="Name20" axis="ch" ptType="node" st="2" cnt="1">
      <dgm:layoutNode name="text2">
        <dgm:alg type="sp"/>
        <dgm:shape xmlns:r="http://schemas.openxmlformats.org/officeDocument/2006/relationships" r:blip="">
          <dgm:adjLst/>
        </dgm:shape>
        <dgm:presOf/>
        <dgm:constrLst/>
        <dgm:forEach name="Name21" ref="textRepeat"/>
      </dgm:layoutNode>
      <dgm:layoutNode name="textaccent2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"/>
      </dgm:layoutNode>
    </dgm:forEach>
    <dgm:forEach name="Name23" axis="ch" ptType="sibTrans" hideLastTrans="0" st="2" cnt="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24" ref="imageRepeat"/>
      </dgm:layoutNode>
      <dgm:layoutNode name="imageaccent2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"/>
      </dgm:layoutNode>
    </dgm:forEach>
    <dgm:forEach name="Name26" axis="ch" ptType="node" st="3" cnt="1">
      <dgm:layoutNode name="text3">
        <dgm:alg type="sp"/>
        <dgm:shape xmlns:r="http://schemas.openxmlformats.org/officeDocument/2006/relationships" r:blip="">
          <dgm:adjLst/>
        </dgm:shape>
        <dgm:presOf/>
        <dgm:constrLst/>
        <dgm:forEach name="Name27" ref="textRepeat"/>
      </dgm:layoutNode>
      <dgm:layoutNode name="textaccent3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</dgm:forEach>
    <dgm:forEach name="Name29" axis="ch" ptType="sibTrans" hideLastTrans="0" st="3" cnt="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30" ref="imageRepeat"/>
      </dgm:layoutNode>
      <dgm:layoutNode name="imageaccent3">
        <dgm:alg type="sp"/>
        <dgm:shape xmlns:r="http://schemas.openxmlformats.org/officeDocument/2006/relationships" r:blip="">
          <dgm:adjLst/>
        </dgm:shape>
        <dgm:presOf/>
        <dgm:constrLst/>
        <dgm:forEach name="Name31" ref="accentRepeat"/>
      </dgm:layoutNode>
    </dgm:forEach>
    <dgm:forEach name="Name32" axis="ch" ptType="node" st="4" cnt="1">
      <dgm:layoutNode name="text4">
        <dgm:alg type="sp"/>
        <dgm:shape xmlns:r="http://schemas.openxmlformats.org/officeDocument/2006/relationships" r:blip="">
          <dgm:adjLst/>
        </dgm:shape>
        <dgm:presOf/>
        <dgm:constrLst/>
        <dgm:forEach name="Name33" ref="textRepeat"/>
      </dgm:layoutNode>
      <dgm:layoutNode name="textaccent4">
        <dgm:alg type="sp"/>
        <dgm:shape xmlns:r="http://schemas.openxmlformats.org/officeDocument/2006/relationships" r:blip="">
          <dgm:adjLst/>
        </dgm:shape>
        <dgm:presOf/>
        <dgm:constrLst/>
        <dgm:forEach name="Name34" ref="accentRepeat"/>
      </dgm:layoutNode>
    </dgm:forEach>
    <dgm:forEach name="Name35" axis="ch" ptType="sibTrans" hideLastTrans="0" st="4" cnt="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36" ref="imageRepeat"/>
      </dgm:layoutNode>
      <dgm:layoutNode name="imageaccent4">
        <dgm:alg type="sp"/>
        <dgm:shape xmlns:r="http://schemas.openxmlformats.org/officeDocument/2006/relationships" r:blip="">
          <dgm:adjLst/>
        </dgm:shape>
        <dgm:presOf/>
        <dgm:constrLst/>
        <dgm:forEach name="Name37" ref="accentRepeat"/>
      </dgm:layoutNode>
    </dgm:forEach>
    <dgm:forEach name="Name38" axis="ch" ptType="node" st="5" cnt="1">
      <dgm:layoutNode name="text5">
        <dgm:alg type="sp"/>
        <dgm:shape xmlns:r="http://schemas.openxmlformats.org/officeDocument/2006/relationships" r:blip="">
          <dgm:adjLst/>
        </dgm:shape>
        <dgm:presOf/>
        <dgm:constrLst/>
        <dgm:forEach name="Name39" ref="textRepeat"/>
      </dgm:layoutNode>
      <dgm:layoutNode name="text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</dgm:forEach>
    <dgm:forEach name="Name41" axis="ch" ptType="sibTrans" hideLastTrans="0" st="5" cnt="1">
      <dgm:layoutNode name="image5">
        <dgm:alg type="sp"/>
        <dgm:shape xmlns:r="http://schemas.openxmlformats.org/officeDocument/2006/relationships" r:blip="">
          <dgm:adjLst/>
        </dgm:shape>
        <dgm:presOf/>
        <dgm:constrLst/>
        <dgm:forEach name="Name42" ref="imageRepeat"/>
      </dgm:layoutNode>
      <dgm:layoutNode name="imageaccent5">
        <dgm:alg type="sp"/>
        <dgm:shape xmlns:r="http://schemas.openxmlformats.org/officeDocument/2006/relationships" r:blip="">
          <dgm:adjLst/>
        </dgm:shape>
        <dgm:presOf/>
        <dgm:constrLst/>
        <dgm:forEach name="Name43" ref="accentRepeat"/>
      </dgm:layoutNode>
    </dgm:forEach>
    <dgm:forEach name="Name44" axis="ch" ptType="node" st="6" cnt="1">
      <dgm:layoutNode name="text6">
        <dgm:alg type="sp"/>
        <dgm:shape xmlns:r="http://schemas.openxmlformats.org/officeDocument/2006/relationships" r:blip="">
          <dgm:adjLst/>
        </dgm:shape>
        <dgm:presOf/>
        <dgm:constrLst/>
        <dgm:forEach name="Name45" ref="textRepeat"/>
      </dgm:layoutNode>
      <dgm:layoutNode name="textaccent6">
        <dgm:alg type="sp"/>
        <dgm:shape xmlns:r="http://schemas.openxmlformats.org/officeDocument/2006/relationships" r:blip="">
          <dgm:adjLst/>
        </dgm:shape>
        <dgm:presOf/>
        <dgm:constrLst/>
        <dgm:forEach name="Name46" ref="accentRepeat"/>
      </dgm:layoutNode>
    </dgm:forEach>
    <dgm:forEach name="Name47" axis="ch" ptType="sibTrans" hideLastTrans="0" st="6" cnt="1">
      <dgm:layoutNode name="image6">
        <dgm:alg type="sp"/>
        <dgm:shape xmlns:r="http://schemas.openxmlformats.org/officeDocument/2006/relationships" r:blip="">
          <dgm:adjLst/>
        </dgm:shape>
        <dgm:presOf/>
        <dgm:constrLst/>
        <dgm:forEach name="Name48" ref="imageRepeat"/>
      </dgm:layoutNode>
      <dgm:layoutNode name="imageaccent6">
        <dgm:alg type="sp"/>
        <dgm:shape xmlns:r="http://schemas.openxmlformats.org/officeDocument/2006/relationships" r:blip="">
          <dgm:adjLst/>
        </dgm:shape>
        <dgm:presOf/>
        <dgm:constrLst/>
        <dgm:forEach name="Name49" ref="accentRepeat"/>
      </dgm:layoutNode>
    </dgm:forEach>
    <dgm:forEach name="Name50" axis="ch" ptType="node" st="7" cnt="1">
      <dgm:layoutNode name="text7">
        <dgm:alg type="sp"/>
        <dgm:shape xmlns:r="http://schemas.openxmlformats.org/officeDocument/2006/relationships" r:blip="">
          <dgm:adjLst/>
        </dgm:shape>
        <dgm:presOf/>
        <dgm:constrLst/>
        <dgm:forEach name="Name51" ref="textRepeat"/>
      </dgm:layoutNode>
      <dgm:layoutNode name="textaccent7">
        <dgm:alg type="sp"/>
        <dgm:shape xmlns:r="http://schemas.openxmlformats.org/officeDocument/2006/relationships" r:blip="">
          <dgm:adjLst/>
        </dgm:shape>
        <dgm:presOf/>
        <dgm:constrLst/>
        <dgm:forEach name="Name52" ref="accentRepeat"/>
      </dgm:layoutNode>
    </dgm:forEach>
    <dgm:forEach name="Name53" axis="ch" ptType="sibTrans" hideLastTrans="0" st="7" cnt="1">
      <dgm:layoutNode name="image7">
        <dgm:alg type="sp"/>
        <dgm:shape xmlns:r="http://schemas.openxmlformats.org/officeDocument/2006/relationships" r:blip="">
          <dgm:adjLst/>
        </dgm:shape>
        <dgm:presOf/>
        <dgm:constrLst/>
        <dgm:forEach name="Name54" ref="imageRepeat"/>
      </dgm:layoutNode>
      <dgm:layoutNode name="imageaccent7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</dgm:forEach>
    <dgm:forEach name="Name56" axis="ch" ptType="node" st="8" cnt="1">
      <dgm:layoutNode name="text8">
        <dgm:alg type="sp"/>
        <dgm:shape xmlns:r="http://schemas.openxmlformats.org/officeDocument/2006/relationships" r:blip="">
          <dgm:adjLst/>
        </dgm:shape>
        <dgm:presOf/>
        <dgm:constrLst/>
        <dgm:forEach name="Name57" ref="textRepeat"/>
      </dgm:layoutNode>
      <dgm:layoutNode name="textaccent8">
        <dgm:alg type="sp"/>
        <dgm:shape xmlns:r="http://schemas.openxmlformats.org/officeDocument/2006/relationships" r:blip="">
          <dgm:adjLst/>
        </dgm:shape>
        <dgm:presOf/>
        <dgm:constrLst/>
        <dgm:forEach name="Name58" ref="accentRepeat"/>
      </dgm:layoutNode>
    </dgm:forEach>
    <dgm:forEach name="Name59" axis="ch" ptType="sibTrans" hideLastTrans="0" st="8" cnt="1">
      <dgm:layoutNode name="image8">
        <dgm:alg type="sp"/>
        <dgm:shape xmlns:r="http://schemas.openxmlformats.org/officeDocument/2006/relationships" r:blip="">
          <dgm:adjLst/>
        </dgm:shape>
        <dgm:presOf/>
        <dgm:constrLst/>
        <dgm:forEach name="Name60" ref="imageRepeat"/>
      </dgm:layoutNode>
      <dgm:layoutNode name="imageaccent8">
        <dgm:alg type="sp"/>
        <dgm:shape xmlns:r="http://schemas.openxmlformats.org/officeDocument/2006/relationships" r:blip="">
          <dgm:adjLst/>
        </dgm:shape>
        <dgm:presOf/>
        <dgm:constrLst/>
        <dgm:forEach name="Name61" ref="accentRepeat"/>
      </dgm:layoutNode>
    </dgm:forEach>
    <dgm:forEach name="Name62" axis="ch" ptType="node" st="9" cnt="1">
      <dgm:layoutNode name="text9">
        <dgm:alg type="sp"/>
        <dgm:shape xmlns:r="http://schemas.openxmlformats.org/officeDocument/2006/relationships" r:blip="">
          <dgm:adjLst/>
        </dgm:shape>
        <dgm:presOf/>
        <dgm:constrLst/>
        <dgm:forEach name="Name63" ref="textRepeat"/>
      </dgm:layoutNode>
      <dgm:layoutNode name="textaccent9">
        <dgm:alg type="sp"/>
        <dgm:shape xmlns:r="http://schemas.openxmlformats.org/officeDocument/2006/relationships" r:blip="">
          <dgm:adjLst/>
        </dgm:shape>
        <dgm:presOf/>
        <dgm:constrLst/>
        <dgm:forEach name="Name64" ref="accentRepeat"/>
      </dgm:layoutNode>
    </dgm:forEach>
    <dgm:forEach name="Name65" axis="ch" ptType="sibTrans" hideLastTrans="0" st="9" cnt="1">
      <dgm:layoutNode name="image9">
        <dgm:alg type="sp"/>
        <dgm:shape xmlns:r="http://schemas.openxmlformats.org/officeDocument/2006/relationships" r:blip="">
          <dgm:adjLst/>
        </dgm:shape>
        <dgm:presOf/>
        <dgm:constrLst/>
        <dgm:forEach name="Name66" ref="imageRepeat"/>
      </dgm:layoutNode>
      <dgm:layoutNode name="imageaccent9">
        <dgm:alg type="sp"/>
        <dgm:shape xmlns:r="http://schemas.openxmlformats.org/officeDocument/2006/relationships" r:blip="">
          <dgm:adjLst/>
        </dgm:shape>
        <dgm:presOf/>
        <dgm:constrLst/>
        <dgm:forEach name="Name67" ref="accentRepeat"/>
      </dgm:layoutNode>
    </dgm:forEach>
    <dgm:forEach name="Name68" axis="ch" ptType="node" st="10" cnt="1">
      <dgm:layoutNode name="text10">
        <dgm:alg type="sp"/>
        <dgm:shape xmlns:r="http://schemas.openxmlformats.org/officeDocument/2006/relationships" r:blip="">
          <dgm:adjLst/>
        </dgm:shape>
        <dgm:presOf/>
        <dgm:constrLst/>
        <dgm:forEach name="Name69" ref="textRepeat"/>
      </dgm:layoutNode>
      <dgm:layoutNode name="textaccent10">
        <dgm:alg type="sp"/>
        <dgm:shape xmlns:r="http://schemas.openxmlformats.org/officeDocument/2006/relationships" r:blip="">
          <dgm:adjLst/>
        </dgm:shape>
        <dgm:presOf/>
        <dgm:constrLst/>
        <dgm:forEach name="Name70" ref="accentRepeat"/>
      </dgm:layoutNode>
    </dgm:forEach>
    <dgm:forEach name="Name71" axis="ch" ptType="sibTrans" hideLastTrans="0" st="10" cnt="1">
      <dgm:layoutNode name="image10">
        <dgm:alg type="sp"/>
        <dgm:shape xmlns:r="http://schemas.openxmlformats.org/officeDocument/2006/relationships" r:blip="">
          <dgm:adjLst/>
        </dgm:shape>
        <dgm:presOf/>
        <dgm:constrLst/>
        <dgm:forEach name="Name72" ref="imageRepeat"/>
      </dgm:layoutNode>
      <dgm:layoutNode name="imageaccent10">
        <dgm:alg type="sp"/>
        <dgm:shape xmlns:r="http://schemas.openxmlformats.org/officeDocument/2006/relationships" r:blip="">
          <dgm:adjLst/>
        </dgm:shape>
        <dgm:presOf/>
        <dgm:constrLst/>
        <dgm:forEach name="Name73" ref="accentRepeat"/>
      </dgm:layoutNode>
    </dgm:forEach>
    <dgm:forEach name="Name74" axis="ch" ptType="node" st="11" cnt="1">
      <dgm:layoutNode name="text11">
        <dgm:alg type="sp"/>
        <dgm:shape xmlns:r="http://schemas.openxmlformats.org/officeDocument/2006/relationships" r:blip="">
          <dgm:adjLst/>
        </dgm:shape>
        <dgm:presOf/>
        <dgm:constrLst/>
        <dgm:forEach name="Name75" ref="textRepeat"/>
      </dgm:layoutNode>
      <dgm:layoutNode name="textaccent1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</dgm:forEach>
    <dgm:forEach name="Name77" axis="ch" ptType="sibTrans" hideLastTrans="0" st="11" cnt="1">
      <dgm:layoutNode name="image11">
        <dgm:alg type="sp"/>
        <dgm:shape xmlns:r="http://schemas.openxmlformats.org/officeDocument/2006/relationships" r:blip="">
          <dgm:adjLst/>
        </dgm:shape>
        <dgm:presOf/>
        <dgm:constrLst/>
        <dgm:forEach name="Name78" ref="imageRepeat"/>
      </dgm:layoutNode>
      <dgm:layoutNode name="imageaccent11">
        <dgm:alg type="sp"/>
        <dgm:shape xmlns:r="http://schemas.openxmlformats.org/officeDocument/2006/relationships" r:blip="">
          <dgm:adjLst/>
        </dgm:shape>
        <dgm:presOf/>
        <dgm:constrLst/>
        <dgm:forEach name="Name79" ref="accentRepeat"/>
      </dgm:layoutNode>
    </dgm:forEach>
    <dgm:forEach name="Name80" axis="ch" ptType="node" st="12" cnt="1">
      <dgm:layoutNode name="text12">
        <dgm:alg type="sp"/>
        <dgm:shape xmlns:r="http://schemas.openxmlformats.org/officeDocument/2006/relationships" r:blip="">
          <dgm:adjLst/>
        </dgm:shape>
        <dgm:presOf/>
        <dgm:constrLst/>
        <dgm:forEach name="Name81" ref="textRepeat"/>
      </dgm:layoutNode>
      <dgm:layoutNode name="textaccent12">
        <dgm:alg type="sp"/>
        <dgm:shape xmlns:r="http://schemas.openxmlformats.org/officeDocument/2006/relationships" r:blip="">
          <dgm:adjLst/>
        </dgm:shape>
        <dgm:presOf/>
        <dgm:constrLst/>
        <dgm:forEach name="Name82" ref="accentRepeat"/>
      </dgm:layoutNode>
    </dgm:forEach>
    <dgm:forEach name="Name83" axis="ch" ptType="sibTrans" hideLastTrans="0" st="12" cnt="1">
      <dgm:layoutNode name="image12">
        <dgm:alg type="sp"/>
        <dgm:shape xmlns:r="http://schemas.openxmlformats.org/officeDocument/2006/relationships" r:blip="">
          <dgm:adjLst/>
        </dgm:shape>
        <dgm:presOf/>
        <dgm:constrLst/>
        <dgm:forEach name="Name84" ref="imageRepeat"/>
      </dgm:layoutNode>
      <dgm:layoutNode name="imageaccent12">
        <dgm:alg type="sp"/>
        <dgm:shape xmlns:r="http://schemas.openxmlformats.org/officeDocument/2006/relationships" r:blip="">
          <dgm:adjLst/>
        </dgm:shape>
        <dgm:presOf/>
        <dgm:constrLst/>
        <dgm:forEach name="Name85" ref="accentRepeat"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Smart devices means it can be control by using our phone, etc with the help of internet etc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rcRect b="3795"/>
          <a:stretch>
            <a:fillRect/>
          </a:stretch>
        </p:blipFill>
        <p:spPr>
          <a:xfrm>
            <a:off x="0" y="260350"/>
            <a:ext cx="12192000" cy="659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620713"/>
            <a:ext cx="10943167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1843088"/>
            <a:ext cx="10949517" cy="98107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Internet of Things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Sumama</a:t>
            </a:r>
            <a:r>
              <a:rPr lang="en-US" dirty="0"/>
              <a:t> Rahim</a:t>
            </a:r>
          </a:p>
          <a:p>
            <a:r>
              <a:rPr lang="en-US" dirty="0" err="1"/>
              <a:t>Bs</a:t>
            </a:r>
            <a:r>
              <a:rPr lang="en-US" dirty="0"/>
              <a:t> CS</a:t>
            </a:r>
          </a:p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Semester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3" grpI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  <a:p>
            <a:r>
              <a:rPr lang="en-US"/>
              <a:t>Market Overview</a:t>
            </a:r>
          </a:p>
          <a:p>
            <a:r>
              <a:rPr lang="en-US"/>
              <a:t>Industry</a:t>
            </a:r>
          </a:p>
          <a:p>
            <a:r>
              <a:rPr lang="en-US"/>
              <a:t>Future</a:t>
            </a:r>
          </a:p>
          <a:p>
            <a:r>
              <a:rPr lang="en-US"/>
              <a:t>Closing and Remarks</a:t>
            </a:r>
          </a:p>
          <a:p>
            <a:r>
              <a:rPr lang="en-US"/>
              <a:t>QnAs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1.5" calcmode="lin" valueType="num">
                                      <p:cBhvr override="childStyle"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1.5" calcmode="lin" valueType="num">
                                      <p:cBhvr override="childStyle"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1.5" calcmode="lin" valueType="num">
                                      <p:cBhvr override="childStyle"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1.5" calcmode="lin" valueType="num">
                                      <p:cBhvr override="childStyle"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1.5" calcmode="lin" valueType="num">
                                      <p:cBhvr override="childStyle"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1.5" calcmode="lin" valueType="num">
                                      <p:cBhvr override="childStyle"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14195"/>
            <a:ext cx="10515600" cy="2463800"/>
          </a:xfrm>
        </p:spPr>
        <p:txBody>
          <a:bodyPr/>
          <a:lstStyle/>
          <a:p>
            <a:pPr algn="ctr"/>
            <a:r>
              <a:rPr lang="en-US" sz="800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11725"/>
            <a:ext cx="10515600" cy="126555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6" dur="1"/>
                                        <p:tgtEl>
                                          <p:spTgt spid="2"/>
                                        </p:tgtEl>
                                      </p:cBhvr>
                                    </p:anim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collective network of devices and technology</a:t>
            </a:r>
          </a:p>
          <a:p>
            <a:r>
              <a:rPr lang="en-US"/>
              <a:t>it facilitates communication b/w devices and cloud and can be between themseleves</a:t>
            </a:r>
          </a:p>
          <a:p>
            <a:r>
              <a:rPr lang="en-US"/>
              <a:t>these devices have sensors </a:t>
            </a:r>
          </a:p>
          <a:p>
            <a:r>
              <a:rPr lang="en-US"/>
              <a:t>processing ability, software and technologies which exchange data over internet</a:t>
            </a:r>
          </a:p>
          <a:p>
            <a:r>
              <a:rPr lang="en-US"/>
              <a:t>smart devices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</a:t>
            </a:r>
            <a:r>
              <a:rPr lang="en-US" dirty="0" smtClean="0"/>
              <a:t>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1440815" y="2392680"/>
            <a:ext cx="2845435" cy="8604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/>
              <a:t>Sensors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0815" y="5516880"/>
            <a:ext cx="2845435" cy="8604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/>
              <a:t>Cloud/Server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5725" y="3954780"/>
            <a:ext cx="2845435" cy="8604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/>
              <a:t>Hardware with internet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73110" y="5516880"/>
            <a:ext cx="2845435" cy="8604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/>
              <a:t>Mobile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73110" y="2392680"/>
            <a:ext cx="2845435" cy="8604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/>
              <a:t>Gateway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4413885" y="3324860"/>
            <a:ext cx="690245" cy="5867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8035290" y="3342005"/>
            <a:ext cx="362585" cy="638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4362450" y="4885690"/>
            <a:ext cx="724535" cy="5861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 flipV="1">
            <a:off x="7966710" y="4972050"/>
            <a:ext cx="379095" cy="465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randomBar dir="vert"/>
      </p:transition>
    </mc:Choice>
    <mc:Fallback xmlns="">
      <p:transition spd="slow"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Closing and Remarks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Question and Anwers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3287937"/>
              </p:ext>
            </p:extLst>
          </p:nvPr>
        </p:nvGraphicFramePr>
        <p:xfrm>
          <a:off x="609600" y="1174750"/>
          <a:ext cx="10972800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1757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7 0.04 C 0.081 0.049 0.102 0.054 0.124 0.054 C 0.149 0.054 0.169 0.049 0.183 0.04 L 0.25 0 E" pathEditMode="relative" ptsTypes="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4829711"/>
              </p:ext>
            </p:extLst>
          </p:nvPr>
        </p:nvGraphicFramePr>
        <p:xfrm>
          <a:off x="609600" y="1174750"/>
          <a:ext cx="10972800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4321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ACE0189-9090-4BED-80E5-819FFEBA79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graphicEl>
                                              <a:dgm id="{1ACE0189-9090-4BED-80E5-819FFEBA794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>
                                            <p:graphicEl>
                                              <a:dgm id="{1ACE0189-9090-4BED-80E5-819FFEBA79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>
                                            <p:graphicEl>
                                              <a:dgm id="{1ACE0189-9090-4BED-80E5-819FFEBA79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7BD7C8C-14ED-47A9-8D6E-307B890096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graphicEl>
                                              <a:dgm id="{47BD7C8C-14ED-47A9-8D6E-307B890096F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4">
                                            <p:graphicEl>
                                              <a:dgm id="{47BD7C8C-14ED-47A9-8D6E-307B890096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4">
                                            <p:graphicEl>
                                              <a:dgm id="{47BD7C8C-14ED-47A9-8D6E-307B890096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3B6E45D-6F7A-423C-8ADA-1BFC56B5B4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graphicEl>
                                              <a:dgm id="{F3B6E45D-6F7A-423C-8ADA-1BFC56B5B4D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4">
                                            <p:graphicEl>
                                              <a:dgm id="{F3B6E45D-6F7A-423C-8ADA-1BFC56B5B4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4">
                                            <p:graphicEl>
                                              <a:dgm id="{F3B6E45D-6F7A-423C-8ADA-1BFC56B5B4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F2C3513-DC0F-4870-AD1F-9AAC2E450D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graphicEl>
                                              <a:dgm id="{FF2C3513-DC0F-4870-AD1F-9AAC2E450D5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4">
                                            <p:graphicEl>
                                              <a:dgm id="{FF2C3513-DC0F-4870-AD1F-9AAC2E450D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4">
                                            <p:graphicEl>
                                              <a:dgm id="{FF2C3513-DC0F-4870-AD1F-9AAC2E450D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6771E20-0371-4209-AAF3-E6EA4CE40B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graphicEl>
                                              <a:dgm id="{26771E20-0371-4209-AAF3-E6EA4CE40B7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4">
                                            <p:graphicEl>
                                              <a:dgm id="{26771E20-0371-4209-AAF3-E6EA4CE40B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4">
                                            <p:graphicEl>
                                              <a:dgm id="{26771E20-0371-4209-AAF3-E6EA4CE40B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541088D-9F47-476F-B7BE-C1F0E32FBA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graphicEl>
                                              <a:dgm id="{F541088D-9F47-476F-B7BE-C1F0E32FBAB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4">
                                            <p:graphicEl>
                                              <a:dgm id="{F541088D-9F47-476F-B7BE-C1F0E32FBA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4">
                                            <p:graphicEl>
                                              <a:dgm id="{F541088D-9F47-476F-B7BE-C1F0E32FBA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418F000-58ED-473F-9FC8-845F0EE92F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graphicEl>
                                              <a:dgm id="{5418F000-58ED-473F-9FC8-845F0EE92F4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4">
                                            <p:graphicEl>
                                              <a:dgm id="{5418F000-58ED-473F-9FC8-845F0EE92F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4">
                                            <p:graphicEl>
                                              <a:dgm id="{5418F000-58ED-473F-9FC8-845F0EE92F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C952451-60D1-47A9-AD0C-340A3A39EA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graphicEl>
                                              <a:dgm id="{EC952451-60D1-47A9-AD0C-340A3A39EA3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4">
                                            <p:graphicEl>
                                              <a:dgm id="{EC952451-60D1-47A9-AD0C-340A3A39EA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4">
                                            <p:graphicEl>
                                              <a:dgm id="{EC952451-60D1-47A9-AD0C-340A3A39EA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0A2BB9D-7B04-44AD-B4B3-9CC7E1000B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graphicEl>
                                              <a:dgm id="{F0A2BB9D-7B04-44AD-B4B3-9CC7E1000B8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4">
                                            <p:graphicEl>
                                              <a:dgm id="{F0A2BB9D-7B04-44AD-B4B3-9CC7E1000B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4">
                                            <p:graphicEl>
                                              <a:dgm id="{F0A2BB9D-7B04-44AD-B4B3-9CC7E1000B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E9DC608-3F27-44EF-BC25-1E18B3E385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graphicEl>
                                              <a:dgm id="{7E9DC608-3F27-44EF-BC25-1E18B3E385B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2000" fill="hold"/>
                                        <p:tgtEl>
                                          <p:spTgt spid="4">
                                            <p:graphicEl>
                                              <a:dgm id="{7E9DC608-3F27-44EF-BC25-1E18B3E385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000" fill="hold"/>
                                        <p:tgtEl>
                                          <p:spTgt spid="4">
                                            <p:graphicEl>
                                              <a:dgm id="{7E9DC608-3F27-44EF-BC25-1E18B3E385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CF7B091-A40A-4C2A-A537-46CB3EA311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graphicEl>
                                              <a:dgm id="{CCF7B091-A40A-4C2A-A537-46CB3EA311D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2000" fill="hold"/>
                                        <p:tgtEl>
                                          <p:spTgt spid="4">
                                            <p:graphicEl>
                                              <a:dgm id="{CCF7B091-A40A-4C2A-A537-46CB3EA311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000" fill="hold"/>
                                        <p:tgtEl>
                                          <p:spTgt spid="4">
                                            <p:graphicEl>
                                              <a:dgm id="{CCF7B091-A40A-4C2A-A537-46CB3EA311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1916EAB-85FD-4F90-84F9-3D29DBC474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4">
                                            <p:graphicEl>
                                              <a:dgm id="{11916EAB-85FD-4F90-84F9-3D29DBC4740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4">
                                            <p:graphicEl>
                                              <a:dgm id="{11916EAB-85FD-4F90-84F9-3D29DBC474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4">
                                            <p:graphicEl>
                                              <a:dgm id="{11916EAB-85FD-4F90-84F9-3D29DBC474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64079" y="1584960"/>
            <a:ext cx="5608444" cy="2808605"/>
          </a:xfrm>
        </p:spPr>
        <p:txBody>
          <a:bodyPr/>
          <a:lstStyle/>
          <a:p>
            <a:r>
              <a:rPr lang="en-US" sz="8000" dirty="0" smtClean="0">
                <a:solidFill>
                  <a:schemeClr val="accent6"/>
                </a:solidFill>
              </a:rPr>
              <a:t>Dashboard</a:t>
            </a:r>
            <a:r>
              <a:rPr lang="en-US" sz="8000" dirty="0" smtClean="0">
                <a:solidFill>
                  <a:srgbClr val="00B0F0"/>
                </a:solidFill>
              </a:rPr>
              <a:t> Analytics</a:t>
            </a:r>
            <a:endParaRPr lang="en-US" sz="4000" dirty="0">
              <a:solidFill>
                <a:srgbClr val="00B0F0"/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2196" y="3428048"/>
            <a:ext cx="2407920" cy="2407920"/>
          </a:xfrm>
        </p:spPr>
      </p:pic>
      <p:sp>
        <p:nvSpPr>
          <p:cNvPr id="8" name="Block Arc 7"/>
          <p:cNvSpPr/>
          <p:nvPr/>
        </p:nvSpPr>
        <p:spPr bwMode="auto">
          <a:xfrm rot="19335589">
            <a:off x="6030200" y="2231082"/>
            <a:ext cx="2440570" cy="2393931"/>
          </a:xfrm>
          <a:prstGeom prst="blockArc">
            <a:avLst>
              <a:gd name="adj1" fmla="val 10776044"/>
              <a:gd name="adj2" fmla="val 0"/>
              <a:gd name="adj3" fmla="val 25000"/>
            </a:avLst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9" name="Block Arc 8"/>
          <p:cNvSpPr/>
          <p:nvPr/>
        </p:nvSpPr>
        <p:spPr bwMode="auto">
          <a:xfrm rot="3929207">
            <a:off x="8400922" y="3032083"/>
            <a:ext cx="2440570" cy="2393931"/>
          </a:xfrm>
          <a:prstGeom prst="blockArc">
            <a:avLst>
              <a:gd name="adj1" fmla="val 10776044"/>
              <a:gd name="adj2" fmla="val 0"/>
              <a:gd name="adj3" fmla="val 25000"/>
            </a:avLst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168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055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Top 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Orang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C73109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E0ADAA"/>
        </a:accent5>
        <a:accent6>
          <a:srgbClr val="E74848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343</TotalTime>
  <Words>102</Words>
  <Application>Microsoft Office PowerPoint</Application>
  <PresentationFormat>Widescreen</PresentationFormat>
  <Paragraphs>36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SimSun</vt:lpstr>
      <vt:lpstr>Arial</vt:lpstr>
      <vt:lpstr>Calibri</vt:lpstr>
      <vt:lpstr>1_Orange Waves</vt:lpstr>
      <vt:lpstr>Internet of Things</vt:lpstr>
      <vt:lpstr>Outline</vt:lpstr>
      <vt:lpstr>Introduction</vt:lpstr>
      <vt:lpstr>Introduction</vt:lpstr>
      <vt:lpstr>Simple Diagram</vt:lpstr>
      <vt:lpstr>Closing and Remarks</vt:lpstr>
      <vt:lpstr>Question and Anwers</vt:lpstr>
      <vt:lpstr>PowerPoint Presentation</vt:lpstr>
      <vt:lpstr>PowerPoint Presentation</vt:lpstr>
      <vt:lpstr>Dashboard Analytics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of Things</dc:title>
  <dc:creator>Change Spark</dc:creator>
  <cp:lastModifiedBy>Moorche</cp:lastModifiedBy>
  <cp:revision>18</cp:revision>
  <dcterms:created xsi:type="dcterms:W3CDTF">2024-11-22T15:02:31Z</dcterms:created>
  <dcterms:modified xsi:type="dcterms:W3CDTF">2024-11-25T08:25:24Z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AFDD27E8BB1F4F48A9CC378A1750E1BD_11</vt:lpwstr>
  </property>
  <property fmtid="{D5CDD505-2E9C-101B-9397-08002B2CF9AE}" pid="3" name="KSOProductBuildVer">
    <vt:lpwstr>1033-12.2.0.18911</vt:lpwstr>
  </property>
</Properties>
</file>