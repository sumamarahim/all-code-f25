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2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4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5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1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2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3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9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0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3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316B1-24F1-4070-B361-2F00598850E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9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6600" dirty="0" smtClean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Analytics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 smtClean="0">
                <a:latin typeface="Mont"/>
                <a:cs typeface="Mongolian Baiti" panose="03000500000000000000" pitchFamily="66" charset="0"/>
              </a:rPr>
              <a:t>Dashboard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PowerPoint Presentation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525265" y="1742303"/>
            <a:ext cx="1606378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100%</a:t>
            </a:r>
            <a:r>
              <a:rPr lang="en-US" dirty="0" smtClean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</a:t>
            </a:r>
            <a:r>
              <a:rPr lang="en-US" dirty="0" smtClean="0">
                <a:solidFill>
                  <a:srgbClr val="00B0F0"/>
                </a:solidFill>
              </a:rPr>
              <a:t>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8158986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2" y="124277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/>
          <p:cNvSpPr/>
          <p:nvPr/>
        </p:nvSpPr>
        <p:spPr>
          <a:xfrm rot="10800000">
            <a:off x="2182968" y="3161978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>
            <a:off x="2199407" y="4521608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/>
          <p:cNvSpPr/>
          <p:nvPr/>
        </p:nvSpPr>
        <p:spPr>
          <a:xfrm>
            <a:off x="502498" y="3199233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/>
          <p:cNvSpPr/>
          <p:nvPr/>
        </p:nvSpPr>
        <p:spPr>
          <a:xfrm rot="10800000">
            <a:off x="3896316" y="4516439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9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534" y="126757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 smtClean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Analytics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 smtClean="0">
                <a:latin typeface="Mont"/>
                <a:cs typeface="Mongolian Baiti" panose="03000500000000000000" pitchFamily="66" charset="0"/>
              </a:rPr>
              <a:t>Dashboard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781" y="3739569"/>
            <a:ext cx="9144000" cy="1655762"/>
          </a:xfrm>
        </p:spPr>
        <p:txBody>
          <a:bodyPr/>
          <a:lstStyle/>
          <a:p>
            <a:r>
              <a:rPr lang="en-US" dirty="0" smtClean="0"/>
              <a:t>PowerPoint Presentation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224500" y="2022624"/>
            <a:ext cx="1606378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100%</a:t>
            </a:r>
            <a:r>
              <a:rPr lang="en-US" dirty="0" smtClean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</a:t>
            </a:r>
            <a:r>
              <a:rPr lang="en-US" dirty="0" smtClean="0">
                <a:solidFill>
                  <a:srgbClr val="00B0F0"/>
                </a:solidFill>
              </a:rPr>
              <a:t>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8158986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2" y="124277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95534" y="3766805"/>
            <a:ext cx="5171615" cy="2981989"/>
            <a:chOff x="502498" y="3161978"/>
            <a:chExt cx="6750131" cy="4078891"/>
          </a:xfrm>
        </p:grpSpPr>
        <p:sp>
          <p:nvSpPr>
            <p:cNvPr id="11" name="Arc 10"/>
            <p:cNvSpPr/>
            <p:nvPr/>
          </p:nvSpPr>
          <p:spPr>
            <a:xfrm rot="10800000">
              <a:off x="2182968" y="3161978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/>
            <p:cNvSpPr/>
            <p:nvPr/>
          </p:nvSpPr>
          <p:spPr>
            <a:xfrm>
              <a:off x="2199407" y="4521608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/>
            <p:cNvSpPr/>
            <p:nvPr/>
          </p:nvSpPr>
          <p:spPr>
            <a:xfrm>
              <a:off x="502498" y="3199233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/>
            <p:cNvSpPr/>
            <p:nvPr/>
          </p:nvSpPr>
          <p:spPr>
            <a:xfrm rot="10800000">
              <a:off x="3896316" y="4516439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733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534" y="126757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 smtClean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AI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 smtClean="0">
                <a:latin typeface="Mont"/>
                <a:cs typeface="Mongolian Baiti" panose="03000500000000000000" pitchFamily="66" charset="0"/>
              </a:rPr>
              <a:t>Websites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884" y="3655177"/>
            <a:ext cx="3768288" cy="1655762"/>
          </a:xfrm>
        </p:spPr>
        <p:txBody>
          <a:bodyPr/>
          <a:lstStyle/>
          <a:p>
            <a:r>
              <a:rPr lang="en-US" dirty="0" smtClean="0"/>
              <a:t>AI Hand for your daily task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896697" y="2830286"/>
            <a:ext cx="3230064" cy="3086993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 smtClean="0"/>
              <a:t>100%</a:t>
            </a:r>
            <a:r>
              <a:rPr lang="en-US" sz="4000" dirty="0" smtClean="0"/>
              <a:t> </a:t>
            </a:r>
          </a:p>
          <a:p>
            <a:pPr algn="ctr"/>
            <a:r>
              <a:rPr lang="en-US" sz="4000" dirty="0">
                <a:solidFill>
                  <a:srgbClr val="00B0F0"/>
                </a:solidFill>
              </a:rPr>
              <a:t>A</a:t>
            </a:r>
            <a:r>
              <a:rPr lang="en-US" sz="4000" dirty="0" smtClean="0">
                <a:solidFill>
                  <a:srgbClr val="00B0F0"/>
                </a:solidFill>
              </a:rPr>
              <a:t>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8158986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2" y="124277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err="1" smtClean="0"/>
              <a:t>Bg</a:t>
            </a:r>
            <a:r>
              <a:rPr lang="en-US" dirty="0" smtClean="0"/>
              <a:t> voices, noise, and echo from all you call</a:t>
            </a:r>
          </a:p>
          <a:p>
            <a:r>
              <a:rPr lang="en-US" dirty="0" smtClean="0"/>
              <a:t>Royalty free music</a:t>
            </a:r>
          </a:p>
          <a:p>
            <a:r>
              <a:rPr lang="en-US" dirty="0" smtClean="0"/>
              <a:t>Auto Podcast editor</a:t>
            </a:r>
          </a:p>
          <a:p>
            <a:r>
              <a:rPr lang="en-US" dirty="0" smtClean="0"/>
              <a:t>Studio quality recording</a:t>
            </a:r>
          </a:p>
          <a:p>
            <a:r>
              <a:rPr lang="en-US" dirty="0" smtClean="0"/>
              <a:t>Branded Content Design</a:t>
            </a:r>
          </a:p>
          <a:p>
            <a:r>
              <a:rPr lang="en-US" dirty="0" smtClean="0"/>
              <a:t>Create Vector Images from text</a:t>
            </a:r>
          </a:p>
          <a:p>
            <a:r>
              <a:rPr lang="en-US" dirty="0" smtClean="0"/>
              <a:t>Generate exact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7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Generate perfect stock photo</a:t>
            </a:r>
          </a:p>
          <a:p>
            <a:r>
              <a:rPr lang="en-US" smtClean="0"/>
              <a:t> call</a:t>
            </a:r>
            <a:endParaRPr lang="en-US" dirty="0" smtClean="0"/>
          </a:p>
          <a:p>
            <a:r>
              <a:rPr lang="en-US" dirty="0" smtClean="0"/>
              <a:t>Royalty free music</a:t>
            </a:r>
          </a:p>
          <a:p>
            <a:r>
              <a:rPr lang="en-US" dirty="0" smtClean="0"/>
              <a:t>Auto Podcast editor</a:t>
            </a:r>
          </a:p>
          <a:p>
            <a:r>
              <a:rPr lang="en-US" dirty="0" smtClean="0"/>
              <a:t>Studio quality recording</a:t>
            </a:r>
          </a:p>
          <a:p>
            <a:r>
              <a:rPr lang="en-US" dirty="0" smtClean="0"/>
              <a:t>Branded Content Design</a:t>
            </a:r>
          </a:p>
          <a:p>
            <a:r>
              <a:rPr lang="en-US" dirty="0" smtClean="0"/>
              <a:t>Create Vector Images from text</a:t>
            </a:r>
          </a:p>
          <a:p>
            <a:r>
              <a:rPr lang="en-US" dirty="0" smtClean="0"/>
              <a:t>Generate exact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1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ChatGPT</a:t>
            </a:r>
            <a:r>
              <a:rPr lang="en-US" dirty="0" smtClean="0"/>
              <a:t> boom</a:t>
            </a:r>
          </a:p>
          <a:p>
            <a:r>
              <a:rPr lang="en-US" dirty="0" smtClean="0"/>
              <a:t>Everyone talking about it, why?</a:t>
            </a:r>
          </a:p>
          <a:p>
            <a:r>
              <a:rPr lang="en-US" dirty="0" smtClean="0"/>
              <a:t>90% are missing other AI </a:t>
            </a:r>
            <a:r>
              <a:rPr lang="en-US" dirty="0" err="1" smtClean="0"/>
              <a:t>revo</a:t>
            </a:r>
            <a:endParaRPr lang="en-US" dirty="0"/>
          </a:p>
          <a:p>
            <a:r>
              <a:rPr lang="en-US" dirty="0" smtClean="0"/>
              <a:t>Other AI tools you need to know about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2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016259" y="1277942"/>
            <a:ext cx="2926144" cy="3041827"/>
            <a:chOff x="887057" y="994652"/>
            <a:chExt cx="3502634" cy="3382228"/>
          </a:xfrm>
        </p:grpSpPr>
        <p:sp>
          <p:nvSpPr>
            <p:cNvPr id="16" name="Arc 15"/>
            <p:cNvSpPr/>
            <p:nvPr/>
          </p:nvSpPr>
          <p:spPr>
            <a:xfrm rot="18720580">
              <a:off x="795784" y="1177215"/>
              <a:ext cx="3356313" cy="2991187"/>
            </a:xfrm>
            <a:prstGeom prst="arc">
              <a:avLst>
                <a:gd name="adj1" fmla="val 16200000"/>
                <a:gd name="adj2" fmla="val 21337458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/>
            <p:cNvSpPr/>
            <p:nvPr/>
          </p:nvSpPr>
          <p:spPr>
            <a:xfrm rot="13320580">
              <a:off x="887057" y="1385693"/>
              <a:ext cx="3356313" cy="2991187"/>
            </a:xfrm>
            <a:prstGeom prst="arc">
              <a:avLst>
                <a:gd name="adj1" fmla="val 18475577"/>
                <a:gd name="adj2" fmla="val 21495905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/>
            <p:cNvSpPr/>
            <p:nvPr/>
          </p:nvSpPr>
          <p:spPr>
            <a:xfrm rot="2237771">
              <a:off x="1033378" y="1137426"/>
              <a:ext cx="3356313" cy="2991187"/>
            </a:xfrm>
            <a:prstGeom prst="arc">
              <a:avLst>
                <a:gd name="adj1" fmla="val 16200000"/>
                <a:gd name="adj2" fmla="val 20642989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/>
          <p:cNvSpPr/>
          <p:nvPr/>
        </p:nvSpPr>
        <p:spPr>
          <a:xfrm>
            <a:off x="1689667" y="1910426"/>
            <a:ext cx="1606378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100%</a:t>
            </a:r>
            <a:r>
              <a:rPr lang="en-US" dirty="0" smtClean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</a:t>
            </a:r>
            <a:r>
              <a:rPr lang="en-US" dirty="0" smtClean="0">
                <a:solidFill>
                  <a:srgbClr val="00B0F0"/>
                </a:solidFill>
              </a:rPr>
              <a:t>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8158986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Arc 9"/>
          <p:cNvSpPr/>
          <p:nvPr/>
        </p:nvSpPr>
        <p:spPr>
          <a:xfrm rot="10800000">
            <a:off x="9837142" y="124277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 rot="5209970">
            <a:off x="3458481" y="3891369"/>
            <a:ext cx="3356313" cy="2991187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184970" y="1480491"/>
            <a:ext cx="2547286" cy="2541853"/>
            <a:chOff x="887057" y="994652"/>
            <a:chExt cx="3502634" cy="3382228"/>
          </a:xfrm>
        </p:grpSpPr>
        <p:sp>
          <p:nvSpPr>
            <p:cNvPr id="23" name="Arc 22"/>
            <p:cNvSpPr/>
            <p:nvPr/>
          </p:nvSpPr>
          <p:spPr>
            <a:xfrm rot="18720580">
              <a:off x="795784" y="1177215"/>
              <a:ext cx="3356313" cy="2991187"/>
            </a:xfrm>
            <a:prstGeom prst="arc">
              <a:avLst>
                <a:gd name="adj1" fmla="val 16200000"/>
                <a:gd name="adj2" fmla="val 21337458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 rot="13320580">
              <a:off x="887057" y="1385693"/>
              <a:ext cx="3356313" cy="2991187"/>
            </a:xfrm>
            <a:prstGeom prst="arc">
              <a:avLst>
                <a:gd name="adj1" fmla="val 18475577"/>
                <a:gd name="adj2" fmla="val 21495905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/>
            <p:cNvSpPr/>
            <p:nvPr/>
          </p:nvSpPr>
          <p:spPr>
            <a:xfrm rot="2237771">
              <a:off x="1033378" y="1137426"/>
              <a:ext cx="3356313" cy="2991187"/>
            </a:xfrm>
            <a:prstGeom prst="arc">
              <a:avLst>
                <a:gd name="adj1" fmla="val 16200000"/>
                <a:gd name="adj2" fmla="val 20642989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912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111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Mongolian Baiti</vt:lpstr>
      <vt:lpstr>Mont</vt:lpstr>
      <vt:lpstr>Office Theme</vt:lpstr>
      <vt:lpstr>Analytics Dashboard</vt:lpstr>
      <vt:lpstr>Analytics Dashboard</vt:lpstr>
      <vt:lpstr>AI Websites</vt:lpstr>
      <vt:lpstr>Outlines</vt:lpstr>
      <vt:lpstr>Outlines</vt:lpstr>
      <vt:lpstr>Introduction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Dashboard</dc:title>
  <dc:creator>Moorche</dc:creator>
  <cp:lastModifiedBy>Moorche</cp:lastModifiedBy>
  <cp:revision>11</cp:revision>
  <dcterms:created xsi:type="dcterms:W3CDTF">2024-11-24T11:51:15Z</dcterms:created>
  <dcterms:modified xsi:type="dcterms:W3CDTF">2024-11-25T06:19:46Z</dcterms:modified>
</cp:coreProperties>
</file>